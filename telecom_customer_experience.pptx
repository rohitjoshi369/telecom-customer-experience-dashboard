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A825F1-4099-40D6-A01F-0DE23450FC9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76348D5-920C-4801-B2DD-D7ABF400BA52}">
      <dgm:prSet/>
      <dgm:spPr/>
      <dgm:t>
        <a:bodyPr/>
        <a:lstStyle/>
        <a:p>
          <a:r>
            <a:rPr lang="en-US"/>
            <a:t>• Overview</a:t>
          </a:r>
        </a:p>
      </dgm:t>
    </dgm:pt>
    <dgm:pt modelId="{134A66F5-D6CA-4F6A-B8DB-A660684B09B7}" type="parTrans" cxnId="{07FC0674-EF35-4BDE-BE40-8E8AF1EFEF98}">
      <dgm:prSet/>
      <dgm:spPr/>
      <dgm:t>
        <a:bodyPr/>
        <a:lstStyle/>
        <a:p>
          <a:endParaRPr lang="en-US"/>
        </a:p>
      </dgm:t>
    </dgm:pt>
    <dgm:pt modelId="{AD448C5C-B93B-4A00-8AF5-05733AA363AB}" type="sibTrans" cxnId="{07FC0674-EF35-4BDE-BE40-8E8AF1EFEF98}">
      <dgm:prSet/>
      <dgm:spPr/>
      <dgm:t>
        <a:bodyPr/>
        <a:lstStyle/>
        <a:p>
          <a:endParaRPr lang="en-US"/>
        </a:p>
      </dgm:t>
    </dgm:pt>
    <dgm:pt modelId="{38F50EC8-60F7-4EB5-87CE-10D1B3C5C022}">
      <dgm:prSet/>
      <dgm:spPr/>
      <dgm:t>
        <a:bodyPr/>
        <a:lstStyle/>
        <a:p>
          <a:r>
            <a:rPr lang="en-US"/>
            <a:t>• Call Drivers</a:t>
          </a:r>
        </a:p>
      </dgm:t>
    </dgm:pt>
    <dgm:pt modelId="{3794D389-1345-4D98-A489-7072218E2BE3}" type="parTrans" cxnId="{641B2D58-49FF-4D17-A092-DC2EEBC15B14}">
      <dgm:prSet/>
      <dgm:spPr/>
      <dgm:t>
        <a:bodyPr/>
        <a:lstStyle/>
        <a:p>
          <a:endParaRPr lang="en-US"/>
        </a:p>
      </dgm:t>
    </dgm:pt>
    <dgm:pt modelId="{295F224F-8288-4FAA-B3C4-AE4E5FA3E287}" type="sibTrans" cxnId="{641B2D58-49FF-4D17-A092-DC2EEBC15B14}">
      <dgm:prSet/>
      <dgm:spPr/>
      <dgm:t>
        <a:bodyPr/>
        <a:lstStyle/>
        <a:p>
          <a:endParaRPr lang="en-US"/>
        </a:p>
      </dgm:t>
    </dgm:pt>
    <dgm:pt modelId="{F4C0C618-8BAB-46B4-9D69-FE1DC1149A56}">
      <dgm:prSet/>
      <dgm:spPr/>
      <dgm:t>
        <a:bodyPr/>
        <a:lstStyle/>
        <a:p>
          <a:r>
            <a:rPr lang="en-US"/>
            <a:t>• Resolution Insights</a:t>
          </a:r>
        </a:p>
      </dgm:t>
    </dgm:pt>
    <dgm:pt modelId="{B0D1FA6E-3087-4DB4-821C-CB5F4DDFCAF5}" type="parTrans" cxnId="{D3A6753F-6F4D-4AA1-A105-0A255103B767}">
      <dgm:prSet/>
      <dgm:spPr/>
      <dgm:t>
        <a:bodyPr/>
        <a:lstStyle/>
        <a:p>
          <a:endParaRPr lang="en-US"/>
        </a:p>
      </dgm:t>
    </dgm:pt>
    <dgm:pt modelId="{32609016-0656-406A-B202-D6AB21B39AB2}" type="sibTrans" cxnId="{D3A6753F-6F4D-4AA1-A105-0A255103B767}">
      <dgm:prSet/>
      <dgm:spPr/>
      <dgm:t>
        <a:bodyPr/>
        <a:lstStyle/>
        <a:p>
          <a:endParaRPr lang="en-US"/>
        </a:p>
      </dgm:t>
    </dgm:pt>
    <dgm:pt modelId="{EBBA9240-FC58-479B-94EF-E2DB941E5595}">
      <dgm:prSet/>
      <dgm:spPr/>
      <dgm:t>
        <a:bodyPr/>
        <a:lstStyle/>
        <a:p>
          <a:r>
            <a:rPr lang="en-US"/>
            <a:t>• Agent Performance</a:t>
          </a:r>
        </a:p>
      </dgm:t>
    </dgm:pt>
    <dgm:pt modelId="{0B4582BF-6984-4EE6-898C-5CFFC12A8DCD}" type="parTrans" cxnId="{1FCE89CD-CD64-431F-A4E6-70C540A4DD88}">
      <dgm:prSet/>
      <dgm:spPr/>
      <dgm:t>
        <a:bodyPr/>
        <a:lstStyle/>
        <a:p>
          <a:endParaRPr lang="en-US"/>
        </a:p>
      </dgm:t>
    </dgm:pt>
    <dgm:pt modelId="{483CF8B7-C277-4502-8930-300E7B2035F0}" type="sibTrans" cxnId="{1FCE89CD-CD64-431F-A4E6-70C540A4DD88}">
      <dgm:prSet/>
      <dgm:spPr/>
      <dgm:t>
        <a:bodyPr/>
        <a:lstStyle/>
        <a:p>
          <a:endParaRPr lang="en-US"/>
        </a:p>
      </dgm:t>
    </dgm:pt>
    <dgm:pt modelId="{530FF718-BC67-4C4C-9B99-9C145E0ADBDF}">
      <dgm:prSet/>
      <dgm:spPr/>
      <dgm:t>
        <a:bodyPr/>
        <a:lstStyle/>
        <a:p>
          <a:r>
            <a:rPr lang="en-US"/>
            <a:t>• Customer Satisfaction</a:t>
          </a:r>
        </a:p>
      </dgm:t>
    </dgm:pt>
    <dgm:pt modelId="{3789FC5E-FA9A-4572-81B3-6B0C00FB37E0}" type="parTrans" cxnId="{69736086-8075-4424-AD76-DFA5196496D8}">
      <dgm:prSet/>
      <dgm:spPr/>
      <dgm:t>
        <a:bodyPr/>
        <a:lstStyle/>
        <a:p>
          <a:endParaRPr lang="en-US"/>
        </a:p>
      </dgm:t>
    </dgm:pt>
    <dgm:pt modelId="{AA17FA0B-4E16-405F-ADC1-9910B19A16A5}" type="sibTrans" cxnId="{69736086-8075-4424-AD76-DFA5196496D8}">
      <dgm:prSet/>
      <dgm:spPr/>
      <dgm:t>
        <a:bodyPr/>
        <a:lstStyle/>
        <a:p>
          <a:endParaRPr lang="en-US"/>
        </a:p>
      </dgm:t>
    </dgm:pt>
    <dgm:pt modelId="{D4427B15-5021-4002-9E29-A95A38C89FFD}">
      <dgm:prSet/>
      <dgm:spPr/>
      <dgm:t>
        <a:bodyPr/>
        <a:lstStyle/>
        <a:p>
          <a:r>
            <a:rPr lang="en-US"/>
            <a:t>• Key Findings</a:t>
          </a:r>
        </a:p>
      </dgm:t>
    </dgm:pt>
    <dgm:pt modelId="{BAD60CE8-4468-4DA5-B465-0999B1294FC0}" type="parTrans" cxnId="{F23732F2-8996-4382-8F78-2BA35C800305}">
      <dgm:prSet/>
      <dgm:spPr/>
      <dgm:t>
        <a:bodyPr/>
        <a:lstStyle/>
        <a:p>
          <a:endParaRPr lang="en-US"/>
        </a:p>
      </dgm:t>
    </dgm:pt>
    <dgm:pt modelId="{CBF2DD50-B4A8-4213-8D1C-8CDBA6E3ED3F}" type="sibTrans" cxnId="{F23732F2-8996-4382-8F78-2BA35C800305}">
      <dgm:prSet/>
      <dgm:spPr/>
      <dgm:t>
        <a:bodyPr/>
        <a:lstStyle/>
        <a:p>
          <a:endParaRPr lang="en-US"/>
        </a:p>
      </dgm:t>
    </dgm:pt>
    <dgm:pt modelId="{70D6D362-903C-4CB9-A0B1-EBC08CEC5679}">
      <dgm:prSet/>
      <dgm:spPr/>
      <dgm:t>
        <a:bodyPr/>
        <a:lstStyle/>
        <a:p>
          <a:r>
            <a:rPr lang="en-US"/>
            <a:t>• Recommendations</a:t>
          </a:r>
        </a:p>
      </dgm:t>
    </dgm:pt>
    <dgm:pt modelId="{E41B2DD3-208E-4B39-B098-97C46244EC59}" type="parTrans" cxnId="{C66479CD-7BDA-4C51-A12F-1F4D6FE30725}">
      <dgm:prSet/>
      <dgm:spPr/>
      <dgm:t>
        <a:bodyPr/>
        <a:lstStyle/>
        <a:p>
          <a:endParaRPr lang="en-US"/>
        </a:p>
      </dgm:t>
    </dgm:pt>
    <dgm:pt modelId="{C296C753-79B4-4995-A617-F69CCE6142B2}" type="sibTrans" cxnId="{C66479CD-7BDA-4C51-A12F-1F4D6FE30725}">
      <dgm:prSet/>
      <dgm:spPr/>
      <dgm:t>
        <a:bodyPr/>
        <a:lstStyle/>
        <a:p>
          <a:endParaRPr lang="en-US"/>
        </a:p>
      </dgm:t>
    </dgm:pt>
    <dgm:pt modelId="{A8B6F048-59AB-4133-A334-87A8970DA17D}" type="pres">
      <dgm:prSet presAssocID="{C3A825F1-4099-40D6-A01F-0DE23450FC9C}" presName="root" presStyleCnt="0">
        <dgm:presLayoutVars>
          <dgm:dir/>
          <dgm:resizeHandles val="exact"/>
        </dgm:presLayoutVars>
      </dgm:prSet>
      <dgm:spPr/>
    </dgm:pt>
    <dgm:pt modelId="{915FC537-F738-4BAB-8213-C6B9E4F9097F}" type="pres">
      <dgm:prSet presAssocID="{376348D5-920C-4801-B2DD-D7ABF400BA52}" presName="compNode" presStyleCnt="0"/>
      <dgm:spPr/>
    </dgm:pt>
    <dgm:pt modelId="{2C052690-C5C3-43E9-9849-F9A3EF27ECF5}" type="pres">
      <dgm:prSet presAssocID="{376348D5-920C-4801-B2DD-D7ABF400BA5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96D9F9E-41BE-49D0-9685-423C27F0D4FC}" type="pres">
      <dgm:prSet presAssocID="{376348D5-920C-4801-B2DD-D7ABF400BA52}" presName="spaceRect" presStyleCnt="0"/>
      <dgm:spPr/>
    </dgm:pt>
    <dgm:pt modelId="{41001EDD-69A4-4576-930C-A87BEA5D08FD}" type="pres">
      <dgm:prSet presAssocID="{376348D5-920C-4801-B2DD-D7ABF400BA52}" presName="textRect" presStyleLbl="revTx" presStyleIdx="0" presStyleCnt="7">
        <dgm:presLayoutVars>
          <dgm:chMax val="1"/>
          <dgm:chPref val="1"/>
        </dgm:presLayoutVars>
      </dgm:prSet>
      <dgm:spPr/>
    </dgm:pt>
    <dgm:pt modelId="{02F74BD1-65FE-4742-A4A8-45BB2AC4465C}" type="pres">
      <dgm:prSet presAssocID="{AD448C5C-B93B-4A00-8AF5-05733AA363AB}" presName="sibTrans" presStyleCnt="0"/>
      <dgm:spPr/>
    </dgm:pt>
    <dgm:pt modelId="{273F219B-356A-4521-9DE2-EBD9C7AFB441}" type="pres">
      <dgm:prSet presAssocID="{38F50EC8-60F7-4EB5-87CE-10D1B3C5C022}" presName="compNode" presStyleCnt="0"/>
      <dgm:spPr/>
    </dgm:pt>
    <dgm:pt modelId="{F9D5CAE0-A36E-4FC0-A2A2-EA9D29D4484E}" type="pres">
      <dgm:prSet presAssocID="{38F50EC8-60F7-4EB5-87CE-10D1B3C5C022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896F1B3D-1AD3-4243-BFF4-46CC1F0812FD}" type="pres">
      <dgm:prSet presAssocID="{38F50EC8-60F7-4EB5-87CE-10D1B3C5C022}" presName="spaceRect" presStyleCnt="0"/>
      <dgm:spPr/>
    </dgm:pt>
    <dgm:pt modelId="{46706A96-F9C3-458C-873E-0093DDF28653}" type="pres">
      <dgm:prSet presAssocID="{38F50EC8-60F7-4EB5-87CE-10D1B3C5C022}" presName="textRect" presStyleLbl="revTx" presStyleIdx="1" presStyleCnt="7">
        <dgm:presLayoutVars>
          <dgm:chMax val="1"/>
          <dgm:chPref val="1"/>
        </dgm:presLayoutVars>
      </dgm:prSet>
      <dgm:spPr/>
    </dgm:pt>
    <dgm:pt modelId="{7CC2F245-CE2F-49BD-A0F2-9D20460D0183}" type="pres">
      <dgm:prSet presAssocID="{295F224F-8288-4FAA-B3C4-AE4E5FA3E287}" presName="sibTrans" presStyleCnt="0"/>
      <dgm:spPr/>
    </dgm:pt>
    <dgm:pt modelId="{823E5F2C-0EA1-4F4F-857A-A6FBB7C2F4A5}" type="pres">
      <dgm:prSet presAssocID="{F4C0C618-8BAB-46B4-9D69-FE1DC1149A56}" presName="compNode" presStyleCnt="0"/>
      <dgm:spPr/>
    </dgm:pt>
    <dgm:pt modelId="{F07F016C-94B7-45B3-AEAA-D81B21CD5E1A}" type="pres">
      <dgm:prSet presAssocID="{F4C0C618-8BAB-46B4-9D69-FE1DC1149A5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17CB4129-0A19-4F7A-A8C8-1DFD323661DC}" type="pres">
      <dgm:prSet presAssocID="{F4C0C618-8BAB-46B4-9D69-FE1DC1149A56}" presName="spaceRect" presStyleCnt="0"/>
      <dgm:spPr/>
    </dgm:pt>
    <dgm:pt modelId="{9F6A2B12-4FF7-4EED-882F-37DED8EEAB4D}" type="pres">
      <dgm:prSet presAssocID="{F4C0C618-8BAB-46B4-9D69-FE1DC1149A56}" presName="textRect" presStyleLbl="revTx" presStyleIdx="2" presStyleCnt="7">
        <dgm:presLayoutVars>
          <dgm:chMax val="1"/>
          <dgm:chPref val="1"/>
        </dgm:presLayoutVars>
      </dgm:prSet>
      <dgm:spPr/>
    </dgm:pt>
    <dgm:pt modelId="{28D35940-9702-4EA0-92AB-1CED14BE5493}" type="pres">
      <dgm:prSet presAssocID="{32609016-0656-406A-B202-D6AB21B39AB2}" presName="sibTrans" presStyleCnt="0"/>
      <dgm:spPr/>
    </dgm:pt>
    <dgm:pt modelId="{0185EC6A-71E9-4B69-8304-8681BD105823}" type="pres">
      <dgm:prSet presAssocID="{EBBA9240-FC58-479B-94EF-E2DB941E5595}" presName="compNode" presStyleCnt="0"/>
      <dgm:spPr/>
    </dgm:pt>
    <dgm:pt modelId="{66D4B43F-B9C2-4DA2-8DCF-4CDA06F27559}" type="pres">
      <dgm:prSet presAssocID="{EBBA9240-FC58-479B-94EF-E2DB941E5595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351F225-E340-4289-A85B-0715B4724173}" type="pres">
      <dgm:prSet presAssocID="{EBBA9240-FC58-479B-94EF-E2DB941E5595}" presName="spaceRect" presStyleCnt="0"/>
      <dgm:spPr/>
    </dgm:pt>
    <dgm:pt modelId="{EBB05BA3-6316-4A33-85EC-86A6DFEB224C}" type="pres">
      <dgm:prSet presAssocID="{EBBA9240-FC58-479B-94EF-E2DB941E5595}" presName="textRect" presStyleLbl="revTx" presStyleIdx="3" presStyleCnt="7">
        <dgm:presLayoutVars>
          <dgm:chMax val="1"/>
          <dgm:chPref val="1"/>
        </dgm:presLayoutVars>
      </dgm:prSet>
      <dgm:spPr/>
    </dgm:pt>
    <dgm:pt modelId="{A1B2FA87-F16D-4F7B-BF81-426B6F4E3F6D}" type="pres">
      <dgm:prSet presAssocID="{483CF8B7-C277-4502-8930-300E7B2035F0}" presName="sibTrans" presStyleCnt="0"/>
      <dgm:spPr/>
    </dgm:pt>
    <dgm:pt modelId="{D7F739E8-5FEF-4143-B678-728CFCD8736E}" type="pres">
      <dgm:prSet presAssocID="{530FF718-BC67-4C4C-9B99-9C145E0ADBDF}" presName="compNode" presStyleCnt="0"/>
      <dgm:spPr/>
    </dgm:pt>
    <dgm:pt modelId="{9B39EE11-34DC-4E21-8FA6-B0C568183D1A}" type="pres">
      <dgm:prSet presAssocID="{530FF718-BC67-4C4C-9B99-9C145E0ADBD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B933FF8F-54BA-45E0-9F18-293D404414F9}" type="pres">
      <dgm:prSet presAssocID="{530FF718-BC67-4C4C-9B99-9C145E0ADBDF}" presName="spaceRect" presStyleCnt="0"/>
      <dgm:spPr/>
    </dgm:pt>
    <dgm:pt modelId="{CF4B14AF-6A8E-474A-9C86-C96E1581A06C}" type="pres">
      <dgm:prSet presAssocID="{530FF718-BC67-4C4C-9B99-9C145E0ADBDF}" presName="textRect" presStyleLbl="revTx" presStyleIdx="4" presStyleCnt="7">
        <dgm:presLayoutVars>
          <dgm:chMax val="1"/>
          <dgm:chPref val="1"/>
        </dgm:presLayoutVars>
      </dgm:prSet>
      <dgm:spPr/>
    </dgm:pt>
    <dgm:pt modelId="{7C4F41C5-4CF3-4999-A08C-1F66AC7924AC}" type="pres">
      <dgm:prSet presAssocID="{AA17FA0B-4E16-405F-ADC1-9910B19A16A5}" presName="sibTrans" presStyleCnt="0"/>
      <dgm:spPr/>
    </dgm:pt>
    <dgm:pt modelId="{3A329419-C030-4E4E-9B91-247EA1D9EB74}" type="pres">
      <dgm:prSet presAssocID="{D4427B15-5021-4002-9E29-A95A38C89FFD}" presName="compNode" presStyleCnt="0"/>
      <dgm:spPr/>
    </dgm:pt>
    <dgm:pt modelId="{F566C3BA-2E80-486D-AE2F-D80103AE115E}" type="pres">
      <dgm:prSet presAssocID="{D4427B15-5021-4002-9E29-A95A38C89FF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8581857-9799-47B3-8281-91E490BB4A58}" type="pres">
      <dgm:prSet presAssocID="{D4427B15-5021-4002-9E29-A95A38C89FFD}" presName="spaceRect" presStyleCnt="0"/>
      <dgm:spPr/>
    </dgm:pt>
    <dgm:pt modelId="{660051BB-AB6A-407F-A387-3F4D29745DCD}" type="pres">
      <dgm:prSet presAssocID="{D4427B15-5021-4002-9E29-A95A38C89FFD}" presName="textRect" presStyleLbl="revTx" presStyleIdx="5" presStyleCnt="7">
        <dgm:presLayoutVars>
          <dgm:chMax val="1"/>
          <dgm:chPref val="1"/>
        </dgm:presLayoutVars>
      </dgm:prSet>
      <dgm:spPr/>
    </dgm:pt>
    <dgm:pt modelId="{7F427EAC-6C5E-4EE4-BEFE-52E46B4E847A}" type="pres">
      <dgm:prSet presAssocID="{CBF2DD50-B4A8-4213-8D1C-8CDBA6E3ED3F}" presName="sibTrans" presStyleCnt="0"/>
      <dgm:spPr/>
    </dgm:pt>
    <dgm:pt modelId="{86D11074-5067-4837-962D-810493D17C5F}" type="pres">
      <dgm:prSet presAssocID="{70D6D362-903C-4CB9-A0B1-EBC08CEC5679}" presName="compNode" presStyleCnt="0"/>
      <dgm:spPr/>
    </dgm:pt>
    <dgm:pt modelId="{C3F684CD-2CCD-4351-9620-6277BAC5FA04}" type="pres">
      <dgm:prSet presAssocID="{70D6D362-903C-4CB9-A0B1-EBC08CEC567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5DD7320-1EC4-4247-A0DB-E7C3B3FA8644}" type="pres">
      <dgm:prSet presAssocID="{70D6D362-903C-4CB9-A0B1-EBC08CEC5679}" presName="spaceRect" presStyleCnt="0"/>
      <dgm:spPr/>
    </dgm:pt>
    <dgm:pt modelId="{0A22CFFA-E9F5-4585-9A51-596B288763EF}" type="pres">
      <dgm:prSet presAssocID="{70D6D362-903C-4CB9-A0B1-EBC08CEC5679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FE91F126-953E-4310-8D75-89E7A1C07BD0}" type="presOf" srcId="{376348D5-920C-4801-B2DD-D7ABF400BA52}" destId="{41001EDD-69A4-4576-930C-A87BEA5D08FD}" srcOrd="0" destOrd="0" presId="urn:microsoft.com/office/officeart/2018/2/layout/IconLabelList"/>
    <dgm:cxn modelId="{462FF62B-3272-48BB-B462-4374894EC2A0}" type="presOf" srcId="{EBBA9240-FC58-479B-94EF-E2DB941E5595}" destId="{EBB05BA3-6316-4A33-85EC-86A6DFEB224C}" srcOrd="0" destOrd="0" presId="urn:microsoft.com/office/officeart/2018/2/layout/IconLabelList"/>
    <dgm:cxn modelId="{36FAB439-9C5C-4936-BCC8-7E88D70A0456}" type="presOf" srcId="{C3A825F1-4099-40D6-A01F-0DE23450FC9C}" destId="{A8B6F048-59AB-4133-A334-87A8970DA17D}" srcOrd="0" destOrd="0" presId="urn:microsoft.com/office/officeart/2018/2/layout/IconLabelList"/>
    <dgm:cxn modelId="{D3A6753F-6F4D-4AA1-A105-0A255103B767}" srcId="{C3A825F1-4099-40D6-A01F-0DE23450FC9C}" destId="{F4C0C618-8BAB-46B4-9D69-FE1DC1149A56}" srcOrd="2" destOrd="0" parTransId="{B0D1FA6E-3087-4DB4-821C-CB5F4DDFCAF5}" sibTransId="{32609016-0656-406A-B202-D6AB21B39AB2}"/>
    <dgm:cxn modelId="{06CA5946-5C63-45D1-A295-84F600F5C923}" type="presOf" srcId="{530FF718-BC67-4C4C-9B99-9C145E0ADBDF}" destId="{CF4B14AF-6A8E-474A-9C86-C96E1581A06C}" srcOrd="0" destOrd="0" presId="urn:microsoft.com/office/officeart/2018/2/layout/IconLabelList"/>
    <dgm:cxn modelId="{297C3650-FC0B-4DD3-8DD6-D623FC42A6E6}" type="presOf" srcId="{38F50EC8-60F7-4EB5-87CE-10D1B3C5C022}" destId="{46706A96-F9C3-458C-873E-0093DDF28653}" srcOrd="0" destOrd="0" presId="urn:microsoft.com/office/officeart/2018/2/layout/IconLabelList"/>
    <dgm:cxn modelId="{07FC0674-EF35-4BDE-BE40-8E8AF1EFEF98}" srcId="{C3A825F1-4099-40D6-A01F-0DE23450FC9C}" destId="{376348D5-920C-4801-B2DD-D7ABF400BA52}" srcOrd="0" destOrd="0" parTransId="{134A66F5-D6CA-4F6A-B8DB-A660684B09B7}" sibTransId="{AD448C5C-B93B-4A00-8AF5-05733AA363AB}"/>
    <dgm:cxn modelId="{641B2D58-49FF-4D17-A092-DC2EEBC15B14}" srcId="{C3A825F1-4099-40D6-A01F-0DE23450FC9C}" destId="{38F50EC8-60F7-4EB5-87CE-10D1B3C5C022}" srcOrd="1" destOrd="0" parTransId="{3794D389-1345-4D98-A489-7072218E2BE3}" sibTransId="{295F224F-8288-4FAA-B3C4-AE4E5FA3E287}"/>
    <dgm:cxn modelId="{69736086-8075-4424-AD76-DFA5196496D8}" srcId="{C3A825F1-4099-40D6-A01F-0DE23450FC9C}" destId="{530FF718-BC67-4C4C-9B99-9C145E0ADBDF}" srcOrd="4" destOrd="0" parTransId="{3789FC5E-FA9A-4572-81B3-6B0C00FB37E0}" sibTransId="{AA17FA0B-4E16-405F-ADC1-9910B19A16A5}"/>
    <dgm:cxn modelId="{BD643895-E8DF-4292-A93C-9BEA9CD4C1A9}" type="presOf" srcId="{F4C0C618-8BAB-46B4-9D69-FE1DC1149A56}" destId="{9F6A2B12-4FF7-4EED-882F-37DED8EEAB4D}" srcOrd="0" destOrd="0" presId="urn:microsoft.com/office/officeart/2018/2/layout/IconLabelList"/>
    <dgm:cxn modelId="{148901BA-FF92-4F70-B7D0-B9C564EF2C76}" type="presOf" srcId="{D4427B15-5021-4002-9E29-A95A38C89FFD}" destId="{660051BB-AB6A-407F-A387-3F4D29745DCD}" srcOrd="0" destOrd="0" presId="urn:microsoft.com/office/officeart/2018/2/layout/IconLabelList"/>
    <dgm:cxn modelId="{C66479CD-7BDA-4C51-A12F-1F4D6FE30725}" srcId="{C3A825F1-4099-40D6-A01F-0DE23450FC9C}" destId="{70D6D362-903C-4CB9-A0B1-EBC08CEC5679}" srcOrd="6" destOrd="0" parTransId="{E41B2DD3-208E-4B39-B098-97C46244EC59}" sibTransId="{C296C753-79B4-4995-A617-F69CCE6142B2}"/>
    <dgm:cxn modelId="{1FCE89CD-CD64-431F-A4E6-70C540A4DD88}" srcId="{C3A825F1-4099-40D6-A01F-0DE23450FC9C}" destId="{EBBA9240-FC58-479B-94EF-E2DB941E5595}" srcOrd="3" destOrd="0" parTransId="{0B4582BF-6984-4EE6-898C-5CFFC12A8DCD}" sibTransId="{483CF8B7-C277-4502-8930-300E7B2035F0}"/>
    <dgm:cxn modelId="{4D6204E6-6D3D-492C-AB96-EFE08C384B44}" type="presOf" srcId="{70D6D362-903C-4CB9-A0B1-EBC08CEC5679}" destId="{0A22CFFA-E9F5-4585-9A51-596B288763EF}" srcOrd="0" destOrd="0" presId="urn:microsoft.com/office/officeart/2018/2/layout/IconLabelList"/>
    <dgm:cxn modelId="{F23732F2-8996-4382-8F78-2BA35C800305}" srcId="{C3A825F1-4099-40D6-A01F-0DE23450FC9C}" destId="{D4427B15-5021-4002-9E29-A95A38C89FFD}" srcOrd="5" destOrd="0" parTransId="{BAD60CE8-4468-4DA5-B465-0999B1294FC0}" sibTransId="{CBF2DD50-B4A8-4213-8D1C-8CDBA6E3ED3F}"/>
    <dgm:cxn modelId="{D3CD07CD-C5BC-440B-9623-0A38264D022C}" type="presParOf" srcId="{A8B6F048-59AB-4133-A334-87A8970DA17D}" destId="{915FC537-F738-4BAB-8213-C6B9E4F9097F}" srcOrd="0" destOrd="0" presId="urn:microsoft.com/office/officeart/2018/2/layout/IconLabelList"/>
    <dgm:cxn modelId="{E6BC5814-292F-43C9-A386-1FB2D6B0CD28}" type="presParOf" srcId="{915FC537-F738-4BAB-8213-C6B9E4F9097F}" destId="{2C052690-C5C3-43E9-9849-F9A3EF27ECF5}" srcOrd="0" destOrd="0" presId="urn:microsoft.com/office/officeart/2018/2/layout/IconLabelList"/>
    <dgm:cxn modelId="{63CDB83D-1BCA-462A-8F73-BCC808401AEF}" type="presParOf" srcId="{915FC537-F738-4BAB-8213-C6B9E4F9097F}" destId="{E96D9F9E-41BE-49D0-9685-423C27F0D4FC}" srcOrd="1" destOrd="0" presId="urn:microsoft.com/office/officeart/2018/2/layout/IconLabelList"/>
    <dgm:cxn modelId="{CF736C4E-D809-4645-8140-A1C889D0F72F}" type="presParOf" srcId="{915FC537-F738-4BAB-8213-C6B9E4F9097F}" destId="{41001EDD-69A4-4576-930C-A87BEA5D08FD}" srcOrd="2" destOrd="0" presId="urn:microsoft.com/office/officeart/2018/2/layout/IconLabelList"/>
    <dgm:cxn modelId="{41483F71-473D-483E-8C2F-27B59A2C9E54}" type="presParOf" srcId="{A8B6F048-59AB-4133-A334-87A8970DA17D}" destId="{02F74BD1-65FE-4742-A4A8-45BB2AC4465C}" srcOrd="1" destOrd="0" presId="urn:microsoft.com/office/officeart/2018/2/layout/IconLabelList"/>
    <dgm:cxn modelId="{E7F3F6B4-E521-422A-B23A-536D6F0CCD8F}" type="presParOf" srcId="{A8B6F048-59AB-4133-A334-87A8970DA17D}" destId="{273F219B-356A-4521-9DE2-EBD9C7AFB441}" srcOrd="2" destOrd="0" presId="urn:microsoft.com/office/officeart/2018/2/layout/IconLabelList"/>
    <dgm:cxn modelId="{F464615A-3B97-43E8-9312-7EB43360EF45}" type="presParOf" srcId="{273F219B-356A-4521-9DE2-EBD9C7AFB441}" destId="{F9D5CAE0-A36E-4FC0-A2A2-EA9D29D4484E}" srcOrd="0" destOrd="0" presId="urn:microsoft.com/office/officeart/2018/2/layout/IconLabelList"/>
    <dgm:cxn modelId="{ECE9A888-7D16-4B85-91F7-D297C1E7224F}" type="presParOf" srcId="{273F219B-356A-4521-9DE2-EBD9C7AFB441}" destId="{896F1B3D-1AD3-4243-BFF4-46CC1F0812FD}" srcOrd="1" destOrd="0" presId="urn:microsoft.com/office/officeart/2018/2/layout/IconLabelList"/>
    <dgm:cxn modelId="{20FD2994-4A90-4A26-AA86-35EA92F70DF2}" type="presParOf" srcId="{273F219B-356A-4521-9DE2-EBD9C7AFB441}" destId="{46706A96-F9C3-458C-873E-0093DDF28653}" srcOrd="2" destOrd="0" presId="urn:microsoft.com/office/officeart/2018/2/layout/IconLabelList"/>
    <dgm:cxn modelId="{C5D39DD4-B0B1-4D0D-BF19-E433E66C82FB}" type="presParOf" srcId="{A8B6F048-59AB-4133-A334-87A8970DA17D}" destId="{7CC2F245-CE2F-49BD-A0F2-9D20460D0183}" srcOrd="3" destOrd="0" presId="urn:microsoft.com/office/officeart/2018/2/layout/IconLabelList"/>
    <dgm:cxn modelId="{0246852C-7EDC-42A4-808E-233AE2248F8A}" type="presParOf" srcId="{A8B6F048-59AB-4133-A334-87A8970DA17D}" destId="{823E5F2C-0EA1-4F4F-857A-A6FBB7C2F4A5}" srcOrd="4" destOrd="0" presId="urn:microsoft.com/office/officeart/2018/2/layout/IconLabelList"/>
    <dgm:cxn modelId="{1A210925-0FAC-4F2A-92D6-74C4F1AB10D4}" type="presParOf" srcId="{823E5F2C-0EA1-4F4F-857A-A6FBB7C2F4A5}" destId="{F07F016C-94B7-45B3-AEAA-D81B21CD5E1A}" srcOrd="0" destOrd="0" presId="urn:microsoft.com/office/officeart/2018/2/layout/IconLabelList"/>
    <dgm:cxn modelId="{37E60CF6-58B1-4302-ADDF-75233397B04E}" type="presParOf" srcId="{823E5F2C-0EA1-4F4F-857A-A6FBB7C2F4A5}" destId="{17CB4129-0A19-4F7A-A8C8-1DFD323661DC}" srcOrd="1" destOrd="0" presId="urn:microsoft.com/office/officeart/2018/2/layout/IconLabelList"/>
    <dgm:cxn modelId="{6BAFB13C-FD99-4318-A92D-38F8F2D1473F}" type="presParOf" srcId="{823E5F2C-0EA1-4F4F-857A-A6FBB7C2F4A5}" destId="{9F6A2B12-4FF7-4EED-882F-37DED8EEAB4D}" srcOrd="2" destOrd="0" presId="urn:microsoft.com/office/officeart/2018/2/layout/IconLabelList"/>
    <dgm:cxn modelId="{15828EA1-BAC0-48C6-809E-0E418154985B}" type="presParOf" srcId="{A8B6F048-59AB-4133-A334-87A8970DA17D}" destId="{28D35940-9702-4EA0-92AB-1CED14BE5493}" srcOrd="5" destOrd="0" presId="urn:microsoft.com/office/officeart/2018/2/layout/IconLabelList"/>
    <dgm:cxn modelId="{554DDE7F-7520-4EE2-87F1-23DA8DA15DD9}" type="presParOf" srcId="{A8B6F048-59AB-4133-A334-87A8970DA17D}" destId="{0185EC6A-71E9-4B69-8304-8681BD105823}" srcOrd="6" destOrd="0" presId="urn:microsoft.com/office/officeart/2018/2/layout/IconLabelList"/>
    <dgm:cxn modelId="{3BDC4BD6-CCB1-4062-8624-AECEC841C1DB}" type="presParOf" srcId="{0185EC6A-71E9-4B69-8304-8681BD105823}" destId="{66D4B43F-B9C2-4DA2-8DCF-4CDA06F27559}" srcOrd="0" destOrd="0" presId="urn:microsoft.com/office/officeart/2018/2/layout/IconLabelList"/>
    <dgm:cxn modelId="{B994FBA0-E062-49FB-B8AE-4FCD4AA21B31}" type="presParOf" srcId="{0185EC6A-71E9-4B69-8304-8681BD105823}" destId="{3351F225-E340-4289-A85B-0715B4724173}" srcOrd="1" destOrd="0" presId="urn:microsoft.com/office/officeart/2018/2/layout/IconLabelList"/>
    <dgm:cxn modelId="{6A600190-65F0-4AE9-A56C-459323E7A3B9}" type="presParOf" srcId="{0185EC6A-71E9-4B69-8304-8681BD105823}" destId="{EBB05BA3-6316-4A33-85EC-86A6DFEB224C}" srcOrd="2" destOrd="0" presId="urn:microsoft.com/office/officeart/2018/2/layout/IconLabelList"/>
    <dgm:cxn modelId="{5E5188E7-A725-4E9A-A36E-11E39679005D}" type="presParOf" srcId="{A8B6F048-59AB-4133-A334-87A8970DA17D}" destId="{A1B2FA87-F16D-4F7B-BF81-426B6F4E3F6D}" srcOrd="7" destOrd="0" presId="urn:microsoft.com/office/officeart/2018/2/layout/IconLabelList"/>
    <dgm:cxn modelId="{C075C82C-B81A-4EEB-B3B7-369EED117CE2}" type="presParOf" srcId="{A8B6F048-59AB-4133-A334-87A8970DA17D}" destId="{D7F739E8-5FEF-4143-B678-728CFCD8736E}" srcOrd="8" destOrd="0" presId="urn:microsoft.com/office/officeart/2018/2/layout/IconLabelList"/>
    <dgm:cxn modelId="{5B620F68-38E1-47CA-A0F3-7BD962B4C2A8}" type="presParOf" srcId="{D7F739E8-5FEF-4143-B678-728CFCD8736E}" destId="{9B39EE11-34DC-4E21-8FA6-B0C568183D1A}" srcOrd="0" destOrd="0" presId="urn:microsoft.com/office/officeart/2018/2/layout/IconLabelList"/>
    <dgm:cxn modelId="{358DD0E8-3AEB-4CF4-AC2E-6003C6293C8E}" type="presParOf" srcId="{D7F739E8-5FEF-4143-B678-728CFCD8736E}" destId="{B933FF8F-54BA-45E0-9F18-293D404414F9}" srcOrd="1" destOrd="0" presId="urn:microsoft.com/office/officeart/2018/2/layout/IconLabelList"/>
    <dgm:cxn modelId="{B9779401-3D71-4442-82CC-B0467C3EC551}" type="presParOf" srcId="{D7F739E8-5FEF-4143-B678-728CFCD8736E}" destId="{CF4B14AF-6A8E-474A-9C86-C96E1581A06C}" srcOrd="2" destOrd="0" presId="urn:microsoft.com/office/officeart/2018/2/layout/IconLabelList"/>
    <dgm:cxn modelId="{DE4E14C3-F943-4433-92DF-0A3F260C1201}" type="presParOf" srcId="{A8B6F048-59AB-4133-A334-87A8970DA17D}" destId="{7C4F41C5-4CF3-4999-A08C-1F66AC7924AC}" srcOrd="9" destOrd="0" presId="urn:microsoft.com/office/officeart/2018/2/layout/IconLabelList"/>
    <dgm:cxn modelId="{81B8BD66-33E6-4DC9-8075-BB2B9B8C8E6A}" type="presParOf" srcId="{A8B6F048-59AB-4133-A334-87A8970DA17D}" destId="{3A329419-C030-4E4E-9B91-247EA1D9EB74}" srcOrd="10" destOrd="0" presId="urn:microsoft.com/office/officeart/2018/2/layout/IconLabelList"/>
    <dgm:cxn modelId="{4546413D-83D9-4AE1-B5E5-84D21140D57E}" type="presParOf" srcId="{3A329419-C030-4E4E-9B91-247EA1D9EB74}" destId="{F566C3BA-2E80-486D-AE2F-D80103AE115E}" srcOrd="0" destOrd="0" presId="urn:microsoft.com/office/officeart/2018/2/layout/IconLabelList"/>
    <dgm:cxn modelId="{4DCA9D7C-6263-467A-B51A-2113BE8666BF}" type="presParOf" srcId="{3A329419-C030-4E4E-9B91-247EA1D9EB74}" destId="{C8581857-9799-47B3-8281-91E490BB4A58}" srcOrd="1" destOrd="0" presId="urn:microsoft.com/office/officeart/2018/2/layout/IconLabelList"/>
    <dgm:cxn modelId="{E701197C-008C-439A-9574-D0C2EB2B4EBE}" type="presParOf" srcId="{3A329419-C030-4E4E-9B91-247EA1D9EB74}" destId="{660051BB-AB6A-407F-A387-3F4D29745DCD}" srcOrd="2" destOrd="0" presId="urn:microsoft.com/office/officeart/2018/2/layout/IconLabelList"/>
    <dgm:cxn modelId="{5A4623E1-FF8B-4DFD-9042-A08D52B7ABAA}" type="presParOf" srcId="{A8B6F048-59AB-4133-A334-87A8970DA17D}" destId="{7F427EAC-6C5E-4EE4-BEFE-52E46B4E847A}" srcOrd="11" destOrd="0" presId="urn:microsoft.com/office/officeart/2018/2/layout/IconLabelList"/>
    <dgm:cxn modelId="{2C03AA13-B54B-490B-B44F-A570342C9CF1}" type="presParOf" srcId="{A8B6F048-59AB-4133-A334-87A8970DA17D}" destId="{86D11074-5067-4837-962D-810493D17C5F}" srcOrd="12" destOrd="0" presId="urn:microsoft.com/office/officeart/2018/2/layout/IconLabelList"/>
    <dgm:cxn modelId="{0C8167D1-18AD-4727-B2EB-2FE94F9E7535}" type="presParOf" srcId="{86D11074-5067-4837-962D-810493D17C5F}" destId="{C3F684CD-2CCD-4351-9620-6277BAC5FA04}" srcOrd="0" destOrd="0" presId="urn:microsoft.com/office/officeart/2018/2/layout/IconLabelList"/>
    <dgm:cxn modelId="{18A40998-D956-49EA-8814-780D6FA6FDC6}" type="presParOf" srcId="{86D11074-5067-4837-962D-810493D17C5F}" destId="{75DD7320-1EC4-4247-A0DB-E7C3B3FA8644}" srcOrd="1" destOrd="0" presId="urn:microsoft.com/office/officeart/2018/2/layout/IconLabelList"/>
    <dgm:cxn modelId="{39D86EB1-0621-4FE4-8833-FA3CF241A029}" type="presParOf" srcId="{86D11074-5067-4837-962D-810493D17C5F}" destId="{0A22CFFA-E9F5-4585-9A51-596B288763E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E35CEA-614F-4087-91F5-96439BAEE8A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FB0A385-99B1-455D-A822-A8FA05AE312C}">
      <dgm:prSet/>
      <dgm:spPr/>
      <dgm:t>
        <a:bodyPr/>
        <a:lstStyle/>
        <a:p>
          <a:r>
            <a:rPr lang="en-US"/>
            <a:t>• Billing issues and service questions dominate calls</a:t>
          </a:r>
        </a:p>
      </dgm:t>
    </dgm:pt>
    <dgm:pt modelId="{A39F635A-39A3-47ED-AC88-B302E09A5B5E}" type="parTrans" cxnId="{7CD0F5F1-8E07-452E-8DEE-C156187ECCF6}">
      <dgm:prSet/>
      <dgm:spPr/>
      <dgm:t>
        <a:bodyPr/>
        <a:lstStyle/>
        <a:p>
          <a:endParaRPr lang="en-US"/>
        </a:p>
      </dgm:t>
    </dgm:pt>
    <dgm:pt modelId="{46DE7638-062D-4B82-ABE7-62E70163F8F9}" type="sibTrans" cxnId="{7CD0F5F1-8E07-452E-8DEE-C156187ECCF6}">
      <dgm:prSet/>
      <dgm:spPr/>
      <dgm:t>
        <a:bodyPr/>
        <a:lstStyle/>
        <a:p>
          <a:endParaRPr lang="en-US"/>
        </a:p>
      </dgm:t>
    </dgm:pt>
    <dgm:pt modelId="{FFBEDA60-EC7F-4CFB-9C58-62FC8DB113F5}">
      <dgm:prSet/>
      <dgm:spPr/>
      <dgm:t>
        <a:bodyPr/>
        <a:lstStyle/>
        <a:p>
          <a:r>
            <a:rPr lang="en-US"/>
            <a:t>• Payment and plan changes are frequent</a:t>
          </a:r>
        </a:p>
      </dgm:t>
    </dgm:pt>
    <dgm:pt modelId="{4CC50912-C138-4A61-9FF8-DD92129203AD}" type="parTrans" cxnId="{F4E5A0A0-89AB-40BC-9E97-BD560CBD020F}">
      <dgm:prSet/>
      <dgm:spPr/>
      <dgm:t>
        <a:bodyPr/>
        <a:lstStyle/>
        <a:p>
          <a:endParaRPr lang="en-US"/>
        </a:p>
      </dgm:t>
    </dgm:pt>
    <dgm:pt modelId="{7E769644-3D04-4F45-BFE5-ABDBCC2ED4A8}" type="sibTrans" cxnId="{F4E5A0A0-89AB-40BC-9E97-BD560CBD020F}">
      <dgm:prSet/>
      <dgm:spPr/>
      <dgm:t>
        <a:bodyPr/>
        <a:lstStyle/>
        <a:p>
          <a:endParaRPr lang="en-US"/>
        </a:p>
      </dgm:t>
    </dgm:pt>
    <dgm:pt modelId="{59D50961-3E68-445E-8D4A-4DA320C89CD4}">
      <dgm:prSet/>
      <dgm:spPr/>
      <dgm:t>
        <a:bodyPr/>
        <a:lstStyle/>
        <a:p>
          <a:r>
            <a:rPr lang="en-US"/>
            <a:t>• Cancellation requests indicate churn risk</a:t>
          </a:r>
        </a:p>
      </dgm:t>
    </dgm:pt>
    <dgm:pt modelId="{4359D335-93A7-4C8B-93C4-C41450891C23}" type="parTrans" cxnId="{927301B6-2CC5-408E-B20A-95B14A9B3DF0}">
      <dgm:prSet/>
      <dgm:spPr/>
      <dgm:t>
        <a:bodyPr/>
        <a:lstStyle/>
        <a:p>
          <a:endParaRPr lang="en-US"/>
        </a:p>
      </dgm:t>
    </dgm:pt>
    <dgm:pt modelId="{255CCE96-2B54-40DE-BF21-09AC6A5D29C3}" type="sibTrans" cxnId="{927301B6-2CC5-408E-B20A-95B14A9B3DF0}">
      <dgm:prSet/>
      <dgm:spPr/>
      <dgm:t>
        <a:bodyPr/>
        <a:lstStyle/>
        <a:p>
          <a:endParaRPr lang="en-US"/>
        </a:p>
      </dgm:t>
    </dgm:pt>
    <dgm:pt modelId="{BF5AB8BA-6552-4F4D-AD57-B50C65A30283}" type="pres">
      <dgm:prSet presAssocID="{26E35CEA-614F-4087-91F5-96439BAEE8A1}" presName="root" presStyleCnt="0">
        <dgm:presLayoutVars>
          <dgm:dir/>
          <dgm:resizeHandles val="exact"/>
        </dgm:presLayoutVars>
      </dgm:prSet>
      <dgm:spPr/>
    </dgm:pt>
    <dgm:pt modelId="{66DB80CF-D558-4B3C-9C61-F99E529DA95D}" type="pres">
      <dgm:prSet presAssocID="{FFB0A385-99B1-455D-A822-A8FA05AE312C}" presName="compNode" presStyleCnt="0"/>
      <dgm:spPr/>
    </dgm:pt>
    <dgm:pt modelId="{B9F71070-9F79-4A3F-8D7F-5EBFB3A297CE}" type="pres">
      <dgm:prSet presAssocID="{FFB0A385-99B1-455D-A822-A8FA05AE312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DF6672A-F508-43F1-BE8D-22A7FE7E8D1C}" type="pres">
      <dgm:prSet presAssocID="{FFB0A385-99B1-455D-A822-A8FA05AE312C}" presName="spaceRect" presStyleCnt="0"/>
      <dgm:spPr/>
    </dgm:pt>
    <dgm:pt modelId="{8D62C4AA-14C9-4D93-86C8-7253BD32A355}" type="pres">
      <dgm:prSet presAssocID="{FFB0A385-99B1-455D-A822-A8FA05AE312C}" presName="textRect" presStyleLbl="revTx" presStyleIdx="0" presStyleCnt="3">
        <dgm:presLayoutVars>
          <dgm:chMax val="1"/>
          <dgm:chPref val="1"/>
        </dgm:presLayoutVars>
      </dgm:prSet>
      <dgm:spPr/>
    </dgm:pt>
    <dgm:pt modelId="{244CA4AF-739C-4739-A580-94037813862C}" type="pres">
      <dgm:prSet presAssocID="{46DE7638-062D-4B82-ABE7-62E70163F8F9}" presName="sibTrans" presStyleCnt="0"/>
      <dgm:spPr/>
    </dgm:pt>
    <dgm:pt modelId="{0FC441E2-F7E0-4F85-970C-EB3196892FA1}" type="pres">
      <dgm:prSet presAssocID="{FFBEDA60-EC7F-4CFB-9C58-62FC8DB113F5}" presName="compNode" presStyleCnt="0"/>
      <dgm:spPr/>
    </dgm:pt>
    <dgm:pt modelId="{A424F748-1B74-4D79-ABFF-A8C5DBC16681}" type="pres">
      <dgm:prSet presAssocID="{FFBEDA60-EC7F-4CFB-9C58-62FC8DB113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8E7EF8B-F607-4AEE-8613-0325DA565DF6}" type="pres">
      <dgm:prSet presAssocID="{FFBEDA60-EC7F-4CFB-9C58-62FC8DB113F5}" presName="spaceRect" presStyleCnt="0"/>
      <dgm:spPr/>
    </dgm:pt>
    <dgm:pt modelId="{A6998F2B-745B-4D37-A449-D3F57FA6C01F}" type="pres">
      <dgm:prSet presAssocID="{FFBEDA60-EC7F-4CFB-9C58-62FC8DB113F5}" presName="textRect" presStyleLbl="revTx" presStyleIdx="1" presStyleCnt="3">
        <dgm:presLayoutVars>
          <dgm:chMax val="1"/>
          <dgm:chPref val="1"/>
        </dgm:presLayoutVars>
      </dgm:prSet>
      <dgm:spPr/>
    </dgm:pt>
    <dgm:pt modelId="{136A9D94-DEC8-4AEC-B731-9ED26F996254}" type="pres">
      <dgm:prSet presAssocID="{7E769644-3D04-4F45-BFE5-ABDBCC2ED4A8}" presName="sibTrans" presStyleCnt="0"/>
      <dgm:spPr/>
    </dgm:pt>
    <dgm:pt modelId="{B83451A5-EE97-49EF-A7B2-B7BB776EB741}" type="pres">
      <dgm:prSet presAssocID="{59D50961-3E68-445E-8D4A-4DA320C89CD4}" presName="compNode" presStyleCnt="0"/>
      <dgm:spPr/>
    </dgm:pt>
    <dgm:pt modelId="{C403698F-28AB-40BB-AFA7-5E60F7E67863}" type="pres">
      <dgm:prSet presAssocID="{59D50961-3E68-445E-8D4A-4DA320C89CD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9F9A6C4-2C2E-4811-9DC4-0C575FDBDA9D}" type="pres">
      <dgm:prSet presAssocID="{59D50961-3E68-445E-8D4A-4DA320C89CD4}" presName="spaceRect" presStyleCnt="0"/>
      <dgm:spPr/>
    </dgm:pt>
    <dgm:pt modelId="{B4BA7875-102C-459D-A9C1-EAE25A21BF13}" type="pres">
      <dgm:prSet presAssocID="{59D50961-3E68-445E-8D4A-4DA320C89CD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5C51B34-76E5-41D5-9090-86CE9E45B545}" type="presOf" srcId="{FFBEDA60-EC7F-4CFB-9C58-62FC8DB113F5}" destId="{A6998F2B-745B-4D37-A449-D3F57FA6C01F}" srcOrd="0" destOrd="0" presId="urn:microsoft.com/office/officeart/2018/2/layout/IconLabelList"/>
    <dgm:cxn modelId="{34CD5D4C-81C8-4B0D-AD63-499E3D088345}" type="presOf" srcId="{FFB0A385-99B1-455D-A822-A8FA05AE312C}" destId="{8D62C4AA-14C9-4D93-86C8-7253BD32A355}" srcOrd="0" destOrd="0" presId="urn:microsoft.com/office/officeart/2018/2/layout/IconLabelList"/>
    <dgm:cxn modelId="{F0056BA0-92B7-44AE-9D98-8617757FDE14}" type="presOf" srcId="{59D50961-3E68-445E-8D4A-4DA320C89CD4}" destId="{B4BA7875-102C-459D-A9C1-EAE25A21BF13}" srcOrd="0" destOrd="0" presId="urn:microsoft.com/office/officeart/2018/2/layout/IconLabelList"/>
    <dgm:cxn modelId="{F4E5A0A0-89AB-40BC-9E97-BD560CBD020F}" srcId="{26E35CEA-614F-4087-91F5-96439BAEE8A1}" destId="{FFBEDA60-EC7F-4CFB-9C58-62FC8DB113F5}" srcOrd="1" destOrd="0" parTransId="{4CC50912-C138-4A61-9FF8-DD92129203AD}" sibTransId="{7E769644-3D04-4F45-BFE5-ABDBCC2ED4A8}"/>
    <dgm:cxn modelId="{927301B6-2CC5-408E-B20A-95B14A9B3DF0}" srcId="{26E35CEA-614F-4087-91F5-96439BAEE8A1}" destId="{59D50961-3E68-445E-8D4A-4DA320C89CD4}" srcOrd="2" destOrd="0" parTransId="{4359D335-93A7-4C8B-93C4-C41450891C23}" sibTransId="{255CCE96-2B54-40DE-BF21-09AC6A5D29C3}"/>
    <dgm:cxn modelId="{4E294BE7-49D0-45CE-B045-ABECC49B5BA6}" type="presOf" srcId="{26E35CEA-614F-4087-91F5-96439BAEE8A1}" destId="{BF5AB8BA-6552-4F4D-AD57-B50C65A30283}" srcOrd="0" destOrd="0" presId="urn:microsoft.com/office/officeart/2018/2/layout/IconLabelList"/>
    <dgm:cxn modelId="{7CD0F5F1-8E07-452E-8DEE-C156187ECCF6}" srcId="{26E35CEA-614F-4087-91F5-96439BAEE8A1}" destId="{FFB0A385-99B1-455D-A822-A8FA05AE312C}" srcOrd="0" destOrd="0" parTransId="{A39F635A-39A3-47ED-AC88-B302E09A5B5E}" sibTransId="{46DE7638-062D-4B82-ABE7-62E70163F8F9}"/>
    <dgm:cxn modelId="{DB6ABBB7-F9AC-4C6A-80AF-A05ACBCFC324}" type="presParOf" srcId="{BF5AB8BA-6552-4F4D-AD57-B50C65A30283}" destId="{66DB80CF-D558-4B3C-9C61-F99E529DA95D}" srcOrd="0" destOrd="0" presId="urn:microsoft.com/office/officeart/2018/2/layout/IconLabelList"/>
    <dgm:cxn modelId="{284D518C-568B-420D-B3CC-4CC51DD23914}" type="presParOf" srcId="{66DB80CF-D558-4B3C-9C61-F99E529DA95D}" destId="{B9F71070-9F79-4A3F-8D7F-5EBFB3A297CE}" srcOrd="0" destOrd="0" presId="urn:microsoft.com/office/officeart/2018/2/layout/IconLabelList"/>
    <dgm:cxn modelId="{BB7C5A41-9FF0-4FC2-AD1B-E5ABECFE005E}" type="presParOf" srcId="{66DB80CF-D558-4B3C-9C61-F99E529DA95D}" destId="{BDF6672A-F508-43F1-BE8D-22A7FE7E8D1C}" srcOrd="1" destOrd="0" presId="urn:microsoft.com/office/officeart/2018/2/layout/IconLabelList"/>
    <dgm:cxn modelId="{C61627A6-95B0-406E-8D96-0027C0CA2ED3}" type="presParOf" srcId="{66DB80CF-D558-4B3C-9C61-F99E529DA95D}" destId="{8D62C4AA-14C9-4D93-86C8-7253BD32A355}" srcOrd="2" destOrd="0" presId="urn:microsoft.com/office/officeart/2018/2/layout/IconLabelList"/>
    <dgm:cxn modelId="{CA2884A9-B02D-48C8-8E75-5DC4B2EA32F2}" type="presParOf" srcId="{BF5AB8BA-6552-4F4D-AD57-B50C65A30283}" destId="{244CA4AF-739C-4739-A580-94037813862C}" srcOrd="1" destOrd="0" presId="urn:microsoft.com/office/officeart/2018/2/layout/IconLabelList"/>
    <dgm:cxn modelId="{7E5F3394-B2A6-4657-92B6-BB2A2CC8B9A6}" type="presParOf" srcId="{BF5AB8BA-6552-4F4D-AD57-B50C65A30283}" destId="{0FC441E2-F7E0-4F85-970C-EB3196892FA1}" srcOrd="2" destOrd="0" presId="urn:microsoft.com/office/officeart/2018/2/layout/IconLabelList"/>
    <dgm:cxn modelId="{8F1FC6DB-DECF-4AF1-A8A2-DD59ABD03838}" type="presParOf" srcId="{0FC441E2-F7E0-4F85-970C-EB3196892FA1}" destId="{A424F748-1B74-4D79-ABFF-A8C5DBC16681}" srcOrd="0" destOrd="0" presId="urn:microsoft.com/office/officeart/2018/2/layout/IconLabelList"/>
    <dgm:cxn modelId="{CC928FEB-2826-47E6-A68C-74CD957D5203}" type="presParOf" srcId="{0FC441E2-F7E0-4F85-970C-EB3196892FA1}" destId="{F8E7EF8B-F607-4AEE-8613-0325DA565DF6}" srcOrd="1" destOrd="0" presId="urn:microsoft.com/office/officeart/2018/2/layout/IconLabelList"/>
    <dgm:cxn modelId="{AC598366-97F4-46FC-9873-68C2411A0097}" type="presParOf" srcId="{0FC441E2-F7E0-4F85-970C-EB3196892FA1}" destId="{A6998F2B-745B-4D37-A449-D3F57FA6C01F}" srcOrd="2" destOrd="0" presId="urn:microsoft.com/office/officeart/2018/2/layout/IconLabelList"/>
    <dgm:cxn modelId="{09C7852A-7818-4447-81D2-EAEA3D0D0830}" type="presParOf" srcId="{BF5AB8BA-6552-4F4D-AD57-B50C65A30283}" destId="{136A9D94-DEC8-4AEC-B731-9ED26F996254}" srcOrd="3" destOrd="0" presId="urn:microsoft.com/office/officeart/2018/2/layout/IconLabelList"/>
    <dgm:cxn modelId="{B81475A2-85AF-416A-964C-5FADA579256A}" type="presParOf" srcId="{BF5AB8BA-6552-4F4D-AD57-B50C65A30283}" destId="{B83451A5-EE97-49EF-A7B2-B7BB776EB741}" srcOrd="4" destOrd="0" presId="urn:microsoft.com/office/officeart/2018/2/layout/IconLabelList"/>
    <dgm:cxn modelId="{76479A69-2D52-477A-947D-AEDD59C45549}" type="presParOf" srcId="{B83451A5-EE97-49EF-A7B2-B7BB776EB741}" destId="{C403698F-28AB-40BB-AFA7-5E60F7E67863}" srcOrd="0" destOrd="0" presId="urn:microsoft.com/office/officeart/2018/2/layout/IconLabelList"/>
    <dgm:cxn modelId="{0BF66D21-E8EF-4E4F-90FE-04BD54E5421C}" type="presParOf" srcId="{B83451A5-EE97-49EF-A7B2-B7BB776EB741}" destId="{09F9A6C4-2C2E-4811-9DC4-0C575FDBDA9D}" srcOrd="1" destOrd="0" presId="urn:microsoft.com/office/officeart/2018/2/layout/IconLabelList"/>
    <dgm:cxn modelId="{F38011FB-C6E3-4710-8A61-996CECE5F041}" type="presParOf" srcId="{B83451A5-EE97-49EF-A7B2-B7BB776EB741}" destId="{B4BA7875-102C-459D-A9C1-EAE25A21BF1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EC2CD1-22C7-4D30-A188-3CCC233CF11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395750B-946A-487E-9535-E29C6F649FC7}">
      <dgm:prSet/>
      <dgm:spPr/>
      <dgm:t>
        <a:bodyPr/>
        <a:lstStyle/>
        <a:p>
          <a:r>
            <a:rPr lang="en-US"/>
            <a:t>• Most common: Explain Bill, Process Payment</a:t>
          </a:r>
        </a:p>
      </dgm:t>
    </dgm:pt>
    <dgm:pt modelId="{10895D14-9957-44DC-A290-9842F7B5404B}" type="parTrans" cxnId="{F889EE1B-CB0D-4CB5-910A-81510D5A49C7}">
      <dgm:prSet/>
      <dgm:spPr/>
      <dgm:t>
        <a:bodyPr/>
        <a:lstStyle/>
        <a:p>
          <a:endParaRPr lang="en-US"/>
        </a:p>
      </dgm:t>
    </dgm:pt>
    <dgm:pt modelId="{B5518222-068A-4661-A696-B8EDE20BDF79}" type="sibTrans" cxnId="{F889EE1B-CB0D-4CB5-910A-81510D5A49C7}">
      <dgm:prSet/>
      <dgm:spPr/>
      <dgm:t>
        <a:bodyPr/>
        <a:lstStyle/>
        <a:p>
          <a:endParaRPr lang="en-US"/>
        </a:p>
      </dgm:t>
    </dgm:pt>
    <dgm:pt modelId="{4DB79385-2CB7-4E74-BBF4-2D09BDFBCADD}">
      <dgm:prSet/>
      <dgm:spPr/>
      <dgm:t>
        <a:bodyPr/>
        <a:lstStyle/>
        <a:p>
          <a:r>
            <a:rPr lang="en-US"/>
            <a:t>• Transfers indicate inefficiencies</a:t>
          </a:r>
        </a:p>
      </dgm:t>
    </dgm:pt>
    <dgm:pt modelId="{B1D467D3-FFB5-4027-B160-76D4AC9100E2}" type="parTrans" cxnId="{4406AAC7-E70E-4F7F-89A1-DB8EEAC3609E}">
      <dgm:prSet/>
      <dgm:spPr/>
      <dgm:t>
        <a:bodyPr/>
        <a:lstStyle/>
        <a:p>
          <a:endParaRPr lang="en-US"/>
        </a:p>
      </dgm:t>
    </dgm:pt>
    <dgm:pt modelId="{462090B2-8653-4900-86EB-AF1C09E228B8}" type="sibTrans" cxnId="{4406AAC7-E70E-4F7F-89A1-DB8EEAC3609E}">
      <dgm:prSet/>
      <dgm:spPr/>
      <dgm:t>
        <a:bodyPr/>
        <a:lstStyle/>
        <a:p>
          <a:endParaRPr lang="en-US"/>
        </a:p>
      </dgm:t>
    </dgm:pt>
    <dgm:pt modelId="{6D627513-21B0-46FC-9B3D-29EE2231F7D4}">
      <dgm:prSet/>
      <dgm:spPr/>
      <dgm:t>
        <a:bodyPr/>
        <a:lstStyle/>
        <a:p>
          <a:r>
            <a:rPr lang="en-US"/>
            <a:t>• Disconnects highlight service issues</a:t>
          </a:r>
        </a:p>
      </dgm:t>
    </dgm:pt>
    <dgm:pt modelId="{5AB4F24F-7B36-41DA-B443-2203E87EFCB8}" type="parTrans" cxnId="{D3668A75-A53D-450D-8577-34436C584AF2}">
      <dgm:prSet/>
      <dgm:spPr/>
      <dgm:t>
        <a:bodyPr/>
        <a:lstStyle/>
        <a:p>
          <a:endParaRPr lang="en-US"/>
        </a:p>
      </dgm:t>
    </dgm:pt>
    <dgm:pt modelId="{967687A2-435F-48DD-B232-D67C3546FC27}" type="sibTrans" cxnId="{D3668A75-A53D-450D-8577-34436C584AF2}">
      <dgm:prSet/>
      <dgm:spPr/>
      <dgm:t>
        <a:bodyPr/>
        <a:lstStyle/>
        <a:p>
          <a:endParaRPr lang="en-US"/>
        </a:p>
      </dgm:t>
    </dgm:pt>
    <dgm:pt modelId="{705428A3-EE90-4265-A714-71A896C26AA9}" type="pres">
      <dgm:prSet presAssocID="{5EEC2CD1-22C7-4D30-A188-3CCC233CF11D}" presName="root" presStyleCnt="0">
        <dgm:presLayoutVars>
          <dgm:dir/>
          <dgm:resizeHandles val="exact"/>
        </dgm:presLayoutVars>
      </dgm:prSet>
      <dgm:spPr/>
    </dgm:pt>
    <dgm:pt modelId="{C28D2518-F669-4C0D-AB6B-66F422F02212}" type="pres">
      <dgm:prSet presAssocID="{0395750B-946A-487E-9535-E29C6F649FC7}" presName="compNode" presStyleCnt="0"/>
      <dgm:spPr/>
    </dgm:pt>
    <dgm:pt modelId="{C5B055C2-0608-44BE-A642-985A341311F7}" type="pres">
      <dgm:prSet presAssocID="{0395750B-946A-487E-9535-E29C6F649F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39CCE6C-C582-42EA-A3B6-9223CB255484}" type="pres">
      <dgm:prSet presAssocID="{0395750B-946A-487E-9535-E29C6F649FC7}" presName="spaceRect" presStyleCnt="0"/>
      <dgm:spPr/>
    </dgm:pt>
    <dgm:pt modelId="{302E47D7-59A8-4AA8-A2D9-681C8A8A2491}" type="pres">
      <dgm:prSet presAssocID="{0395750B-946A-487E-9535-E29C6F649FC7}" presName="textRect" presStyleLbl="revTx" presStyleIdx="0" presStyleCnt="3">
        <dgm:presLayoutVars>
          <dgm:chMax val="1"/>
          <dgm:chPref val="1"/>
        </dgm:presLayoutVars>
      </dgm:prSet>
      <dgm:spPr/>
    </dgm:pt>
    <dgm:pt modelId="{71A261A4-A9AF-434D-9DEB-74E2EB18FCB2}" type="pres">
      <dgm:prSet presAssocID="{B5518222-068A-4661-A696-B8EDE20BDF79}" presName="sibTrans" presStyleCnt="0"/>
      <dgm:spPr/>
    </dgm:pt>
    <dgm:pt modelId="{4703E380-7DEB-452E-95A5-BE169BC313A3}" type="pres">
      <dgm:prSet presAssocID="{4DB79385-2CB7-4E74-BBF4-2D09BDFBCADD}" presName="compNode" presStyleCnt="0"/>
      <dgm:spPr/>
    </dgm:pt>
    <dgm:pt modelId="{CB62E745-F7EE-4321-9DF5-77F293FAD656}" type="pres">
      <dgm:prSet presAssocID="{4DB79385-2CB7-4E74-BBF4-2D09BDFBCA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EFFDFE6-7DF8-4EE0-A2B1-E29D924400F6}" type="pres">
      <dgm:prSet presAssocID="{4DB79385-2CB7-4E74-BBF4-2D09BDFBCADD}" presName="spaceRect" presStyleCnt="0"/>
      <dgm:spPr/>
    </dgm:pt>
    <dgm:pt modelId="{8C70B9B7-C977-4D90-9B43-0565BBE7BD8C}" type="pres">
      <dgm:prSet presAssocID="{4DB79385-2CB7-4E74-BBF4-2D09BDFBCADD}" presName="textRect" presStyleLbl="revTx" presStyleIdx="1" presStyleCnt="3">
        <dgm:presLayoutVars>
          <dgm:chMax val="1"/>
          <dgm:chPref val="1"/>
        </dgm:presLayoutVars>
      </dgm:prSet>
      <dgm:spPr/>
    </dgm:pt>
    <dgm:pt modelId="{B0895F62-E5D7-4784-8253-15B781568DCE}" type="pres">
      <dgm:prSet presAssocID="{462090B2-8653-4900-86EB-AF1C09E228B8}" presName="sibTrans" presStyleCnt="0"/>
      <dgm:spPr/>
    </dgm:pt>
    <dgm:pt modelId="{04482F7A-3EF8-458F-9C6F-ED3793C89255}" type="pres">
      <dgm:prSet presAssocID="{6D627513-21B0-46FC-9B3D-29EE2231F7D4}" presName="compNode" presStyleCnt="0"/>
      <dgm:spPr/>
    </dgm:pt>
    <dgm:pt modelId="{A0B2F9D2-C7CF-41BC-A007-D015EDC60A0B}" type="pres">
      <dgm:prSet presAssocID="{6D627513-21B0-46FC-9B3D-29EE2231F7D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8BBCE9E-50C5-4C8F-9C1A-E9D74339D5F0}" type="pres">
      <dgm:prSet presAssocID="{6D627513-21B0-46FC-9B3D-29EE2231F7D4}" presName="spaceRect" presStyleCnt="0"/>
      <dgm:spPr/>
    </dgm:pt>
    <dgm:pt modelId="{17139C9C-7D92-4615-8B4D-4CE886EE61FE}" type="pres">
      <dgm:prSet presAssocID="{6D627513-21B0-46FC-9B3D-29EE2231F7D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4159F07-0AFF-4986-9F5B-3AD809BF9BF9}" type="presOf" srcId="{4DB79385-2CB7-4E74-BBF4-2D09BDFBCADD}" destId="{8C70B9B7-C977-4D90-9B43-0565BBE7BD8C}" srcOrd="0" destOrd="0" presId="urn:microsoft.com/office/officeart/2018/2/layout/IconLabelList"/>
    <dgm:cxn modelId="{120BDF0A-DDA0-4433-95A9-2C2947ED53C0}" type="presOf" srcId="{6D627513-21B0-46FC-9B3D-29EE2231F7D4}" destId="{17139C9C-7D92-4615-8B4D-4CE886EE61FE}" srcOrd="0" destOrd="0" presId="urn:microsoft.com/office/officeart/2018/2/layout/IconLabelList"/>
    <dgm:cxn modelId="{F889EE1B-CB0D-4CB5-910A-81510D5A49C7}" srcId="{5EEC2CD1-22C7-4D30-A188-3CCC233CF11D}" destId="{0395750B-946A-487E-9535-E29C6F649FC7}" srcOrd="0" destOrd="0" parTransId="{10895D14-9957-44DC-A290-9842F7B5404B}" sibTransId="{B5518222-068A-4661-A696-B8EDE20BDF79}"/>
    <dgm:cxn modelId="{D3668A75-A53D-450D-8577-34436C584AF2}" srcId="{5EEC2CD1-22C7-4D30-A188-3CCC233CF11D}" destId="{6D627513-21B0-46FC-9B3D-29EE2231F7D4}" srcOrd="2" destOrd="0" parTransId="{5AB4F24F-7B36-41DA-B443-2203E87EFCB8}" sibTransId="{967687A2-435F-48DD-B232-D67C3546FC27}"/>
    <dgm:cxn modelId="{A34E0D84-E21B-4A90-B5DF-8A40A7B88102}" type="presOf" srcId="{0395750B-946A-487E-9535-E29C6F649FC7}" destId="{302E47D7-59A8-4AA8-A2D9-681C8A8A2491}" srcOrd="0" destOrd="0" presId="urn:microsoft.com/office/officeart/2018/2/layout/IconLabelList"/>
    <dgm:cxn modelId="{4406AAC7-E70E-4F7F-89A1-DB8EEAC3609E}" srcId="{5EEC2CD1-22C7-4D30-A188-3CCC233CF11D}" destId="{4DB79385-2CB7-4E74-BBF4-2D09BDFBCADD}" srcOrd="1" destOrd="0" parTransId="{B1D467D3-FFB5-4027-B160-76D4AC9100E2}" sibTransId="{462090B2-8653-4900-86EB-AF1C09E228B8}"/>
    <dgm:cxn modelId="{240FE3CE-2584-429A-AE7E-550544A8EADE}" type="presOf" srcId="{5EEC2CD1-22C7-4D30-A188-3CCC233CF11D}" destId="{705428A3-EE90-4265-A714-71A896C26AA9}" srcOrd="0" destOrd="0" presId="urn:microsoft.com/office/officeart/2018/2/layout/IconLabelList"/>
    <dgm:cxn modelId="{227454A5-8BC4-4AC0-B35D-92A434C587AA}" type="presParOf" srcId="{705428A3-EE90-4265-A714-71A896C26AA9}" destId="{C28D2518-F669-4C0D-AB6B-66F422F02212}" srcOrd="0" destOrd="0" presId="urn:microsoft.com/office/officeart/2018/2/layout/IconLabelList"/>
    <dgm:cxn modelId="{353EF1F5-304C-4596-A4DA-296C82E0835B}" type="presParOf" srcId="{C28D2518-F669-4C0D-AB6B-66F422F02212}" destId="{C5B055C2-0608-44BE-A642-985A341311F7}" srcOrd="0" destOrd="0" presId="urn:microsoft.com/office/officeart/2018/2/layout/IconLabelList"/>
    <dgm:cxn modelId="{C06869F3-D05C-400C-8EE0-2E92941AD916}" type="presParOf" srcId="{C28D2518-F669-4C0D-AB6B-66F422F02212}" destId="{939CCE6C-C582-42EA-A3B6-9223CB255484}" srcOrd="1" destOrd="0" presId="urn:microsoft.com/office/officeart/2018/2/layout/IconLabelList"/>
    <dgm:cxn modelId="{3F816C84-CDAB-4D95-8AF7-3050906E7094}" type="presParOf" srcId="{C28D2518-F669-4C0D-AB6B-66F422F02212}" destId="{302E47D7-59A8-4AA8-A2D9-681C8A8A2491}" srcOrd="2" destOrd="0" presId="urn:microsoft.com/office/officeart/2018/2/layout/IconLabelList"/>
    <dgm:cxn modelId="{E714DDD2-1C74-4DC0-BD42-5F3102D8EB7E}" type="presParOf" srcId="{705428A3-EE90-4265-A714-71A896C26AA9}" destId="{71A261A4-A9AF-434D-9DEB-74E2EB18FCB2}" srcOrd="1" destOrd="0" presId="urn:microsoft.com/office/officeart/2018/2/layout/IconLabelList"/>
    <dgm:cxn modelId="{EB91B379-C243-487D-B9C1-D3D496F2D8D1}" type="presParOf" srcId="{705428A3-EE90-4265-A714-71A896C26AA9}" destId="{4703E380-7DEB-452E-95A5-BE169BC313A3}" srcOrd="2" destOrd="0" presId="urn:microsoft.com/office/officeart/2018/2/layout/IconLabelList"/>
    <dgm:cxn modelId="{12DBA596-53F2-413A-B229-244C2A5BBD26}" type="presParOf" srcId="{4703E380-7DEB-452E-95A5-BE169BC313A3}" destId="{CB62E745-F7EE-4321-9DF5-77F293FAD656}" srcOrd="0" destOrd="0" presId="urn:microsoft.com/office/officeart/2018/2/layout/IconLabelList"/>
    <dgm:cxn modelId="{3C7ACBB5-5B7A-47CA-9EE3-C41464B8FE57}" type="presParOf" srcId="{4703E380-7DEB-452E-95A5-BE169BC313A3}" destId="{DEFFDFE6-7DF8-4EE0-A2B1-E29D924400F6}" srcOrd="1" destOrd="0" presId="urn:microsoft.com/office/officeart/2018/2/layout/IconLabelList"/>
    <dgm:cxn modelId="{62E8B425-0C5D-40AE-AFD6-82ED99E43AC7}" type="presParOf" srcId="{4703E380-7DEB-452E-95A5-BE169BC313A3}" destId="{8C70B9B7-C977-4D90-9B43-0565BBE7BD8C}" srcOrd="2" destOrd="0" presId="urn:microsoft.com/office/officeart/2018/2/layout/IconLabelList"/>
    <dgm:cxn modelId="{93121DE0-4709-46F3-9E2C-B330114873FC}" type="presParOf" srcId="{705428A3-EE90-4265-A714-71A896C26AA9}" destId="{B0895F62-E5D7-4784-8253-15B781568DCE}" srcOrd="3" destOrd="0" presId="urn:microsoft.com/office/officeart/2018/2/layout/IconLabelList"/>
    <dgm:cxn modelId="{51A6729A-C4C8-47AE-91EE-450691841F2E}" type="presParOf" srcId="{705428A3-EE90-4265-A714-71A896C26AA9}" destId="{04482F7A-3EF8-458F-9C6F-ED3793C89255}" srcOrd="4" destOrd="0" presId="urn:microsoft.com/office/officeart/2018/2/layout/IconLabelList"/>
    <dgm:cxn modelId="{7BB59891-8804-4943-846D-51BFBA5E25C9}" type="presParOf" srcId="{04482F7A-3EF8-458F-9C6F-ED3793C89255}" destId="{A0B2F9D2-C7CF-41BC-A007-D015EDC60A0B}" srcOrd="0" destOrd="0" presId="urn:microsoft.com/office/officeart/2018/2/layout/IconLabelList"/>
    <dgm:cxn modelId="{7413F4C5-36CF-4148-B253-A62626855B39}" type="presParOf" srcId="{04482F7A-3EF8-458F-9C6F-ED3793C89255}" destId="{38BBCE9E-50C5-4C8F-9C1A-E9D74339D5F0}" srcOrd="1" destOrd="0" presId="urn:microsoft.com/office/officeart/2018/2/layout/IconLabelList"/>
    <dgm:cxn modelId="{365320B1-2C78-44B7-8333-1826E0CEAEAF}" type="presParOf" srcId="{04482F7A-3EF8-458F-9C6F-ED3793C89255}" destId="{17139C9C-7D92-4615-8B4D-4CE886EE61F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B7966B-703D-459F-A78F-939A8532F91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81C27AC-DD57-47A8-BDCD-535D68CABC3D}">
      <dgm:prSet/>
      <dgm:spPr/>
      <dgm:t>
        <a:bodyPr/>
        <a:lstStyle/>
        <a:p>
          <a:r>
            <a:rPr lang="en-US"/>
            <a:t>• Tier 2 handles complex issues</a:t>
          </a:r>
        </a:p>
      </dgm:t>
    </dgm:pt>
    <dgm:pt modelId="{3D3E7EAA-A93A-4E75-84BD-3E53F6752A81}" type="parTrans" cxnId="{7DD27236-4CF1-420E-9D3F-69C942BFA533}">
      <dgm:prSet/>
      <dgm:spPr/>
      <dgm:t>
        <a:bodyPr/>
        <a:lstStyle/>
        <a:p>
          <a:endParaRPr lang="en-US"/>
        </a:p>
      </dgm:t>
    </dgm:pt>
    <dgm:pt modelId="{63B238D5-2531-4670-BDE2-811609C3D1D6}" type="sibTrans" cxnId="{7DD27236-4CF1-420E-9D3F-69C942BFA533}">
      <dgm:prSet/>
      <dgm:spPr/>
      <dgm:t>
        <a:bodyPr/>
        <a:lstStyle/>
        <a:p>
          <a:endParaRPr lang="en-US"/>
        </a:p>
      </dgm:t>
    </dgm:pt>
    <dgm:pt modelId="{371165D7-73C5-4C90-BB79-EC46792DF259}">
      <dgm:prSet/>
      <dgm:spPr/>
      <dgm:t>
        <a:bodyPr/>
        <a:lstStyle/>
        <a:p>
          <a:r>
            <a:rPr lang="en-US"/>
            <a:t>• Tier 1 manages high volume</a:t>
          </a:r>
        </a:p>
      </dgm:t>
    </dgm:pt>
    <dgm:pt modelId="{DE668C93-B8A3-4DB5-9A62-8D851AFE3EDC}" type="parTrans" cxnId="{24F54802-0645-4DB6-B0AA-7BE56834C6AB}">
      <dgm:prSet/>
      <dgm:spPr/>
      <dgm:t>
        <a:bodyPr/>
        <a:lstStyle/>
        <a:p>
          <a:endParaRPr lang="en-US"/>
        </a:p>
      </dgm:t>
    </dgm:pt>
    <dgm:pt modelId="{EAF22594-E8F3-46CF-9081-9FC7292FA0B8}" type="sibTrans" cxnId="{24F54802-0645-4DB6-B0AA-7BE56834C6AB}">
      <dgm:prSet/>
      <dgm:spPr/>
      <dgm:t>
        <a:bodyPr/>
        <a:lstStyle/>
        <a:p>
          <a:endParaRPr lang="en-US"/>
        </a:p>
      </dgm:t>
    </dgm:pt>
    <dgm:pt modelId="{E3367F0D-AE39-4FAC-8E4D-437B45AB787F}">
      <dgm:prSet/>
      <dgm:spPr/>
      <dgm:t>
        <a:bodyPr/>
        <a:lstStyle/>
        <a:p>
          <a:r>
            <a:rPr lang="en-US"/>
            <a:t>• Performance varies by experience</a:t>
          </a:r>
        </a:p>
      </dgm:t>
    </dgm:pt>
    <dgm:pt modelId="{0C369668-F917-4F76-A9FB-DF621528BF1C}" type="parTrans" cxnId="{E4B850FC-2EB5-42FC-8DD3-0D05C838C4A6}">
      <dgm:prSet/>
      <dgm:spPr/>
      <dgm:t>
        <a:bodyPr/>
        <a:lstStyle/>
        <a:p>
          <a:endParaRPr lang="en-US"/>
        </a:p>
      </dgm:t>
    </dgm:pt>
    <dgm:pt modelId="{4DEF5998-396A-4712-9828-AA53700DEB71}" type="sibTrans" cxnId="{E4B850FC-2EB5-42FC-8DD3-0D05C838C4A6}">
      <dgm:prSet/>
      <dgm:spPr/>
      <dgm:t>
        <a:bodyPr/>
        <a:lstStyle/>
        <a:p>
          <a:endParaRPr lang="en-US"/>
        </a:p>
      </dgm:t>
    </dgm:pt>
    <dgm:pt modelId="{0960B595-AABA-4F29-93DA-B1A66B1EF8EF}" type="pres">
      <dgm:prSet presAssocID="{1FB7966B-703D-459F-A78F-939A8532F91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8B5753-3B45-4526-ADB3-60566853216B}" type="pres">
      <dgm:prSet presAssocID="{C81C27AC-DD57-47A8-BDCD-535D68CABC3D}" presName="hierRoot1" presStyleCnt="0"/>
      <dgm:spPr/>
    </dgm:pt>
    <dgm:pt modelId="{AD254AF4-190F-491F-8881-4CDD4F6AA72F}" type="pres">
      <dgm:prSet presAssocID="{C81C27AC-DD57-47A8-BDCD-535D68CABC3D}" presName="composite" presStyleCnt="0"/>
      <dgm:spPr/>
    </dgm:pt>
    <dgm:pt modelId="{ED03A734-FBD2-4F09-897F-8C32D4C49850}" type="pres">
      <dgm:prSet presAssocID="{C81C27AC-DD57-47A8-BDCD-535D68CABC3D}" presName="background" presStyleLbl="node0" presStyleIdx="0" presStyleCnt="3"/>
      <dgm:spPr/>
    </dgm:pt>
    <dgm:pt modelId="{BBE5D2A3-E6BB-4BEF-9F13-52B786B31E38}" type="pres">
      <dgm:prSet presAssocID="{C81C27AC-DD57-47A8-BDCD-535D68CABC3D}" presName="text" presStyleLbl="fgAcc0" presStyleIdx="0" presStyleCnt="3">
        <dgm:presLayoutVars>
          <dgm:chPref val="3"/>
        </dgm:presLayoutVars>
      </dgm:prSet>
      <dgm:spPr/>
    </dgm:pt>
    <dgm:pt modelId="{7BABCAA8-E332-4533-9406-6B82B0C7FD03}" type="pres">
      <dgm:prSet presAssocID="{C81C27AC-DD57-47A8-BDCD-535D68CABC3D}" presName="hierChild2" presStyleCnt="0"/>
      <dgm:spPr/>
    </dgm:pt>
    <dgm:pt modelId="{21B86D00-CCB7-4E09-A60F-5175E223326F}" type="pres">
      <dgm:prSet presAssocID="{371165D7-73C5-4C90-BB79-EC46792DF259}" presName="hierRoot1" presStyleCnt="0"/>
      <dgm:spPr/>
    </dgm:pt>
    <dgm:pt modelId="{0858143A-66B4-4579-9E63-4924E1107141}" type="pres">
      <dgm:prSet presAssocID="{371165D7-73C5-4C90-BB79-EC46792DF259}" presName="composite" presStyleCnt="0"/>
      <dgm:spPr/>
    </dgm:pt>
    <dgm:pt modelId="{93A16410-0AFD-4412-85C9-D9807F07369D}" type="pres">
      <dgm:prSet presAssocID="{371165D7-73C5-4C90-BB79-EC46792DF259}" presName="background" presStyleLbl="node0" presStyleIdx="1" presStyleCnt="3"/>
      <dgm:spPr/>
    </dgm:pt>
    <dgm:pt modelId="{76C11193-9A7C-4390-BFE2-92ADF90AB28F}" type="pres">
      <dgm:prSet presAssocID="{371165D7-73C5-4C90-BB79-EC46792DF259}" presName="text" presStyleLbl="fgAcc0" presStyleIdx="1" presStyleCnt="3">
        <dgm:presLayoutVars>
          <dgm:chPref val="3"/>
        </dgm:presLayoutVars>
      </dgm:prSet>
      <dgm:spPr/>
    </dgm:pt>
    <dgm:pt modelId="{6B6F2983-E07D-4F41-902C-C01E1394FC2B}" type="pres">
      <dgm:prSet presAssocID="{371165D7-73C5-4C90-BB79-EC46792DF259}" presName="hierChild2" presStyleCnt="0"/>
      <dgm:spPr/>
    </dgm:pt>
    <dgm:pt modelId="{A1764A51-99ED-420D-9340-5E06FC050370}" type="pres">
      <dgm:prSet presAssocID="{E3367F0D-AE39-4FAC-8E4D-437B45AB787F}" presName="hierRoot1" presStyleCnt="0"/>
      <dgm:spPr/>
    </dgm:pt>
    <dgm:pt modelId="{20EE5822-4BF1-4569-BCFC-543B0D9676D5}" type="pres">
      <dgm:prSet presAssocID="{E3367F0D-AE39-4FAC-8E4D-437B45AB787F}" presName="composite" presStyleCnt="0"/>
      <dgm:spPr/>
    </dgm:pt>
    <dgm:pt modelId="{D66AB188-5263-4740-A8B2-80FDB85D1BC5}" type="pres">
      <dgm:prSet presAssocID="{E3367F0D-AE39-4FAC-8E4D-437B45AB787F}" presName="background" presStyleLbl="node0" presStyleIdx="2" presStyleCnt="3"/>
      <dgm:spPr/>
    </dgm:pt>
    <dgm:pt modelId="{9266BD21-8B74-4948-8E52-DF78F1C4BBDC}" type="pres">
      <dgm:prSet presAssocID="{E3367F0D-AE39-4FAC-8E4D-437B45AB787F}" presName="text" presStyleLbl="fgAcc0" presStyleIdx="2" presStyleCnt="3">
        <dgm:presLayoutVars>
          <dgm:chPref val="3"/>
        </dgm:presLayoutVars>
      </dgm:prSet>
      <dgm:spPr/>
    </dgm:pt>
    <dgm:pt modelId="{F2B2EF0E-7C4A-49A1-A494-6ADC06C41738}" type="pres">
      <dgm:prSet presAssocID="{E3367F0D-AE39-4FAC-8E4D-437B45AB787F}" presName="hierChild2" presStyleCnt="0"/>
      <dgm:spPr/>
    </dgm:pt>
  </dgm:ptLst>
  <dgm:cxnLst>
    <dgm:cxn modelId="{24F54802-0645-4DB6-B0AA-7BE56834C6AB}" srcId="{1FB7966B-703D-459F-A78F-939A8532F918}" destId="{371165D7-73C5-4C90-BB79-EC46792DF259}" srcOrd="1" destOrd="0" parTransId="{DE668C93-B8A3-4DB5-9A62-8D851AFE3EDC}" sibTransId="{EAF22594-E8F3-46CF-9081-9FC7292FA0B8}"/>
    <dgm:cxn modelId="{A687551A-382C-473D-8762-CF1B3AAF5DE2}" type="presOf" srcId="{1FB7966B-703D-459F-A78F-939A8532F918}" destId="{0960B595-AABA-4F29-93DA-B1A66B1EF8EF}" srcOrd="0" destOrd="0" presId="urn:microsoft.com/office/officeart/2005/8/layout/hierarchy1"/>
    <dgm:cxn modelId="{7DD27236-4CF1-420E-9D3F-69C942BFA533}" srcId="{1FB7966B-703D-459F-A78F-939A8532F918}" destId="{C81C27AC-DD57-47A8-BDCD-535D68CABC3D}" srcOrd="0" destOrd="0" parTransId="{3D3E7EAA-A93A-4E75-84BD-3E53F6752A81}" sibTransId="{63B238D5-2531-4670-BDE2-811609C3D1D6}"/>
    <dgm:cxn modelId="{02302941-A9B8-4E21-BE99-3E22FED6FFF7}" type="presOf" srcId="{E3367F0D-AE39-4FAC-8E4D-437B45AB787F}" destId="{9266BD21-8B74-4948-8E52-DF78F1C4BBDC}" srcOrd="0" destOrd="0" presId="urn:microsoft.com/office/officeart/2005/8/layout/hierarchy1"/>
    <dgm:cxn modelId="{A97DD843-6CD8-4D16-8EC4-20A8F4457707}" type="presOf" srcId="{371165D7-73C5-4C90-BB79-EC46792DF259}" destId="{76C11193-9A7C-4390-BFE2-92ADF90AB28F}" srcOrd="0" destOrd="0" presId="urn:microsoft.com/office/officeart/2005/8/layout/hierarchy1"/>
    <dgm:cxn modelId="{44774D57-5C79-468D-BB66-644800694147}" type="presOf" srcId="{C81C27AC-DD57-47A8-BDCD-535D68CABC3D}" destId="{BBE5D2A3-E6BB-4BEF-9F13-52B786B31E38}" srcOrd="0" destOrd="0" presId="urn:microsoft.com/office/officeart/2005/8/layout/hierarchy1"/>
    <dgm:cxn modelId="{E4B850FC-2EB5-42FC-8DD3-0D05C838C4A6}" srcId="{1FB7966B-703D-459F-A78F-939A8532F918}" destId="{E3367F0D-AE39-4FAC-8E4D-437B45AB787F}" srcOrd="2" destOrd="0" parTransId="{0C369668-F917-4F76-A9FB-DF621528BF1C}" sibTransId="{4DEF5998-396A-4712-9828-AA53700DEB71}"/>
    <dgm:cxn modelId="{23ABB8A3-FA77-4E78-870C-689A09B96799}" type="presParOf" srcId="{0960B595-AABA-4F29-93DA-B1A66B1EF8EF}" destId="{058B5753-3B45-4526-ADB3-60566853216B}" srcOrd="0" destOrd="0" presId="urn:microsoft.com/office/officeart/2005/8/layout/hierarchy1"/>
    <dgm:cxn modelId="{B949C2C3-5C7E-422D-99B3-3F845C6EE7A1}" type="presParOf" srcId="{058B5753-3B45-4526-ADB3-60566853216B}" destId="{AD254AF4-190F-491F-8881-4CDD4F6AA72F}" srcOrd="0" destOrd="0" presId="urn:microsoft.com/office/officeart/2005/8/layout/hierarchy1"/>
    <dgm:cxn modelId="{6D5F0577-8DF0-4B7F-A91B-C31F24BA5CC7}" type="presParOf" srcId="{AD254AF4-190F-491F-8881-4CDD4F6AA72F}" destId="{ED03A734-FBD2-4F09-897F-8C32D4C49850}" srcOrd="0" destOrd="0" presId="urn:microsoft.com/office/officeart/2005/8/layout/hierarchy1"/>
    <dgm:cxn modelId="{894ED5F8-EDC6-4B37-9CD9-E7C301DA27A1}" type="presParOf" srcId="{AD254AF4-190F-491F-8881-4CDD4F6AA72F}" destId="{BBE5D2A3-E6BB-4BEF-9F13-52B786B31E38}" srcOrd="1" destOrd="0" presId="urn:microsoft.com/office/officeart/2005/8/layout/hierarchy1"/>
    <dgm:cxn modelId="{DA096148-5375-4F5C-983F-B197475716B9}" type="presParOf" srcId="{058B5753-3B45-4526-ADB3-60566853216B}" destId="{7BABCAA8-E332-4533-9406-6B82B0C7FD03}" srcOrd="1" destOrd="0" presId="urn:microsoft.com/office/officeart/2005/8/layout/hierarchy1"/>
    <dgm:cxn modelId="{0646C75F-7D13-4679-87EA-2FE56EF07B87}" type="presParOf" srcId="{0960B595-AABA-4F29-93DA-B1A66B1EF8EF}" destId="{21B86D00-CCB7-4E09-A60F-5175E223326F}" srcOrd="1" destOrd="0" presId="urn:microsoft.com/office/officeart/2005/8/layout/hierarchy1"/>
    <dgm:cxn modelId="{390CECB4-D3C6-42E8-B6A5-22BE1BF39720}" type="presParOf" srcId="{21B86D00-CCB7-4E09-A60F-5175E223326F}" destId="{0858143A-66B4-4579-9E63-4924E1107141}" srcOrd="0" destOrd="0" presId="urn:microsoft.com/office/officeart/2005/8/layout/hierarchy1"/>
    <dgm:cxn modelId="{1F1D5DE2-E4E9-4066-922C-3CF3EB64E998}" type="presParOf" srcId="{0858143A-66B4-4579-9E63-4924E1107141}" destId="{93A16410-0AFD-4412-85C9-D9807F07369D}" srcOrd="0" destOrd="0" presId="urn:microsoft.com/office/officeart/2005/8/layout/hierarchy1"/>
    <dgm:cxn modelId="{552CADE2-FEC1-4A07-8341-CBDCB97ED7F1}" type="presParOf" srcId="{0858143A-66B4-4579-9E63-4924E1107141}" destId="{76C11193-9A7C-4390-BFE2-92ADF90AB28F}" srcOrd="1" destOrd="0" presId="urn:microsoft.com/office/officeart/2005/8/layout/hierarchy1"/>
    <dgm:cxn modelId="{EEEB2A6E-CBCB-4009-AF5D-C591CEDD63D5}" type="presParOf" srcId="{21B86D00-CCB7-4E09-A60F-5175E223326F}" destId="{6B6F2983-E07D-4F41-902C-C01E1394FC2B}" srcOrd="1" destOrd="0" presId="urn:microsoft.com/office/officeart/2005/8/layout/hierarchy1"/>
    <dgm:cxn modelId="{01DE63E8-32B3-4F13-947C-1E2684E450C5}" type="presParOf" srcId="{0960B595-AABA-4F29-93DA-B1A66B1EF8EF}" destId="{A1764A51-99ED-420D-9340-5E06FC050370}" srcOrd="2" destOrd="0" presId="urn:microsoft.com/office/officeart/2005/8/layout/hierarchy1"/>
    <dgm:cxn modelId="{4B778698-65CA-4402-AD80-908D7A58AA15}" type="presParOf" srcId="{A1764A51-99ED-420D-9340-5E06FC050370}" destId="{20EE5822-4BF1-4569-BCFC-543B0D9676D5}" srcOrd="0" destOrd="0" presId="urn:microsoft.com/office/officeart/2005/8/layout/hierarchy1"/>
    <dgm:cxn modelId="{1E1B9E5E-A76B-423F-9B45-82A85483069C}" type="presParOf" srcId="{20EE5822-4BF1-4569-BCFC-543B0D9676D5}" destId="{D66AB188-5263-4740-A8B2-80FDB85D1BC5}" srcOrd="0" destOrd="0" presId="urn:microsoft.com/office/officeart/2005/8/layout/hierarchy1"/>
    <dgm:cxn modelId="{32BCF76B-E817-4231-A9D2-05C95FD22FF3}" type="presParOf" srcId="{20EE5822-4BF1-4569-BCFC-543B0D9676D5}" destId="{9266BD21-8B74-4948-8E52-DF78F1C4BBDC}" srcOrd="1" destOrd="0" presId="urn:microsoft.com/office/officeart/2005/8/layout/hierarchy1"/>
    <dgm:cxn modelId="{1FBD30F4-A9CC-43A6-AE1F-D4946CE54713}" type="presParOf" srcId="{A1764A51-99ED-420D-9340-5E06FC050370}" destId="{F2B2EF0E-7C4A-49A1-A494-6ADC06C4173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5ED9E4-C79A-4895-AB49-29BDE38119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854D1A3-FE4B-4C6D-9B81-530442B8F305}">
      <dgm:prSet/>
      <dgm:spPr/>
      <dgm:t>
        <a:bodyPr/>
        <a:lstStyle/>
        <a:p>
          <a:r>
            <a:rPr lang="en-US"/>
            <a:t>• Experienced agents (120+ days) show higher resolution rates</a:t>
          </a:r>
        </a:p>
      </dgm:t>
    </dgm:pt>
    <dgm:pt modelId="{3D9B5537-7AB6-462B-B18D-09E6A852CCDD}" type="parTrans" cxnId="{388A19E7-828B-488C-8873-E8134CEBE1E4}">
      <dgm:prSet/>
      <dgm:spPr/>
      <dgm:t>
        <a:bodyPr/>
        <a:lstStyle/>
        <a:p>
          <a:endParaRPr lang="en-US"/>
        </a:p>
      </dgm:t>
    </dgm:pt>
    <dgm:pt modelId="{9D15C4BF-4E48-4306-8805-8CDC9EE6DB39}" type="sibTrans" cxnId="{388A19E7-828B-488C-8873-E8134CEBE1E4}">
      <dgm:prSet/>
      <dgm:spPr/>
      <dgm:t>
        <a:bodyPr/>
        <a:lstStyle/>
        <a:p>
          <a:endParaRPr lang="en-US"/>
        </a:p>
      </dgm:t>
    </dgm:pt>
    <dgm:pt modelId="{BF8AA1F7-3FD2-4478-B1DE-6F58E651733D}">
      <dgm:prSet/>
      <dgm:spPr/>
      <dgm:t>
        <a:bodyPr/>
        <a:lstStyle/>
        <a:p>
          <a:r>
            <a:rPr lang="en-US"/>
            <a:t>• New agents need training support</a:t>
          </a:r>
        </a:p>
      </dgm:t>
    </dgm:pt>
    <dgm:pt modelId="{9ED79A32-2D7A-41BD-99C6-7D7AC7C4B03E}" type="parTrans" cxnId="{EB34E7B1-362B-4EA8-B2BF-5CE0495C8199}">
      <dgm:prSet/>
      <dgm:spPr/>
      <dgm:t>
        <a:bodyPr/>
        <a:lstStyle/>
        <a:p>
          <a:endParaRPr lang="en-US"/>
        </a:p>
      </dgm:t>
    </dgm:pt>
    <dgm:pt modelId="{550C6047-12AD-4BDE-95A4-B2DFBC855044}" type="sibTrans" cxnId="{EB34E7B1-362B-4EA8-B2BF-5CE0495C8199}">
      <dgm:prSet/>
      <dgm:spPr/>
      <dgm:t>
        <a:bodyPr/>
        <a:lstStyle/>
        <a:p>
          <a:endParaRPr lang="en-US"/>
        </a:p>
      </dgm:t>
    </dgm:pt>
    <dgm:pt modelId="{E6469C6F-3D08-4BB9-9912-5DC77CD6A46E}" type="pres">
      <dgm:prSet presAssocID="{8C5ED9E4-C79A-4895-AB49-29BDE38119F6}" presName="root" presStyleCnt="0">
        <dgm:presLayoutVars>
          <dgm:dir/>
          <dgm:resizeHandles val="exact"/>
        </dgm:presLayoutVars>
      </dgm:prSet>
      <dgm:spPr/>
    </dgm:pt>
    <dgm:pt modelId="{8BA537C1-F1D2-4441-AD78-E573D548638A}" type="pres">
      <dgm:prSet presAssocID="{9854D1A3-FE4B-4C6D-9B81-530442B8F305}" presName="compNode" presStyleCnt="0"/>
      <dgm:spPr/>
    </dgm:pt>
    <dgm:pt modelId="{F822A07F-A2A5-45C5-BE94-0DEFC66D853D}" type="pres">
      <dgm:prSet presAssocID="{9854D1A3-FE4B-4C6D-9B81-530442B8F30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7269B6C2-BB1A-4DEB-BFCF-556C14942BCA}" type="pres">
      <dgm:prSet presAssocID="{9854D1A3-FE4B-4C6D-9B81-530442B8F305}" presName="spaceRect" presStyleCnt="0"/>
      <dgm:spPr/>
    </dgm:pt>
    <dgm:pt modelId="{29692032-BD18-4E66-BAAD-9F0734EE99AF}" type="pres">
      <dgm:prSet presAssocID="{9854D1A3-FE4B-4C6D-9B81-530442B8F305}" presName="textRect" presStyleLbl="revTx" presStyleIdx="0" presStyleCnt="2">
        <dgm:presLayoutVars>
          <dgm:chMax val="1"/>
          <dgm:chPref val="1"/>
        </dgm:presLayoutVars>
      </dgm:prSet>
      <dgm:spPr/>
    </dgm:pt>
    <dgm:pt modelId="{24554132-1B47-4651-97AA-8CA73712E9C7}" type="pres">
      <dgm:prSet presAssocID="{9D15C4BF-4E48-4306-8805-8CDC9EE6DB39}" presName="sibTrans" presStyleCnt="0"/>
      <dgm:spPr/>
    </dgm:pt>
    <dgm:pt modelId="{68D2DB4C-7368-4D73-8AA8-A93BD92B5DC3}" type="pres">
      <dgm:prSet presAssocID="{BF8AA1F7-3FD2-4478-B1DE-6F58E651733D}" presName="compNode" presStyleCnt="0"/>
      <dgm:spPr/>
    </dgm:pt>
    <dgm:pt modelId="{2B47054E-E0C2-4E4F-B517-6EE70EC29EA9}" type="pres">
      <dgm:prSet presAssocID="{BF8AA1F7-3FD2-4478-B1DE-6F58E651733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2C0A61B8-D7DC-475A-801D-E8AEB738D59C}" type="pres">
      <dgm:prSet presAssocID="{BF8AA1F7-3FD2-4478-B1DE-6F58E651733D}" presName="spaceRect" presStyleCnt="0"/>
      <dgm:spPr/>
    </dgm:pt>
    <dgm:pt modelId="{61400112-45FD-4036-870F-2585E048B24E}" type="pres">
      <dgm:prSet presAssocID="{BF8AA1F7-3FD2-4478-B1DE-6F58E651733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AB96F24-3ED7-4F5E-A7B7-FF6526628BF3}" type="presOf" srcId="{BF8AA1F7-3FD2-4478-B1DE-6F58E651733D}" destId="{61400112-45FD-4036-870F-2585E048B24E}" srcOrd="0" destOrd="0" presId="urn:microsoft.com/office/officeart/2018/2/layout/IconLabelList"/>
    <dgm:cxn modelId="{AB08D49D-C529-4189-B79C-F60AEE6B9C10}" type="presOf" srcId="{9854D1A3-FE4B-4C6D-9B81-530442B8F305}" destId="{29692032-BD18-4E66-BAAD-9F0734EE99AF}" srcOrd="0" destOrd="0" presId="urn:microsoft.com/office/officeart/2018/2/layout/IconLabelList"/>
    <dgm:cxn modelId="{EB34E7B1-362B-4EA8-B2BF-5CE0495C8199}" srcId="{8C5ED9E4-C79A-4895-AB49-29BDE38119F6}" destId="{BF8AA1F7-3FD2-4478-B1DE-6F58E651733D}" srcOrd="1" destOrd="0" parTransId="{9ED79A32-2D7A-41BD-99C6-7D7AC7C4B03E}" sibTransId="{550C6047-12AD-4BDE-95A4-B2DFBC855044}"/>
    <dgm:cxn modelId="{BF4F3CCF-E67C-491A-82D5-90A94B995042}" type="presOf" srcId="{8C5ED9E4-C79A-4895-AB49-29BDE38119F6}" destId="{E6469C6F-3D08-4BB9-9912-5DC77CD6A46E}" srcOrd="0" destOrd="0" presId="urn:microsoft.com/office/officeart/2018/2/layout/IconLabelList"/>
    <dgm:cxn modelId="{388A19E7-828B-488C-8873-E8134CEBE1E4}" srcId="{8C5ED9E4-C79A-4895-AB49-29BDE38119F6}" destId="{9854D1A3-FE4B-4C6D-9B81-530442B8F305}" srcOrd="0" destOrd="0" parTransId="{3D9B5537-7AB6-462B-B18D-09E6A852CCDD}" sibTransId="{9D15C4BF-4E48-4306-8805-8CDC9EE6DB39}"/>
    <dgm:cxn modelId="{616AF080-93AF-4B12-BA66-0CEF8AE51DB6}" type="presParOf" srcId="{E6469C6F-3D08-4BB9-9912-5DC77CD6A46E}" destId="{8BA537C1-F1D2-4441-AD78-E573D548638A}" srcOrd="0" destOrd="0" presId="urn:microsoft.com/office/officeart/2018/2/layout/IconLabelList"/>
    <dgm:cxn modelId="{4CAE4B98-66F1-4734-AE82-30C3BAAACFF1}" type="presParOf" srcId="{8BA537C1-F1D2-4441-AD78-E573D548638A}" destId="{F822A07F-A2A5-45C5-BE94-0DEFC66D853D}" srcOrd="0" destOrd="0" presId="urn:microsoft.com/office/officeart/2018/2/layout/IconLabelList"/>
    <dgm:cxn modelId="{B9D83D7F-3850-43A5-ADDD-64D391AE28BF}" type="presParOf" srcId="{8BA537C1-F1D2-4441-AD78-E573D548638A}" destId="{7269B6C2-BB1A-4DEB-BFCF-556C14942BCA}" srcOrd="1" destOrd="0" presId="urn:microsoft.com/office/officeart/2018/2/layout/IconLabelList"/>
    <dgm:cxn modelId="{A229B97B-5CC0-4CCB-B977-CB4C7FFCA967}" type="presParOf" srcId="{8BA537C1-F1D2-4441-AD78-E573D548638A}" destId="{29692032-BD18-4E66-BAAD-9F0734EE99AF}" srcOrd="2" destOrd="0" presId="urn:microsoft.com/office/officeart/2018/2/layout/IconLabelList"/>
    <dgm:cxn modelId="{81DC5B91-BCD9-4968-9F9F-F911B234CD08}" type="presParOf" srcId="{E6469C6F-3D08-4BB9-9912-5DC77CD6A46E}" destId="{24554132-1B47-4651-97AA-8CA73712E9C7}" srcOrd="1" destOrd="0" presId="urn:microsoft.com/office/officeart/2018/2/layout/IconLabelList"/>
    <dgm:cxn modelId="{66764B7B-E1B6-49DC-985E-130675935BAB}" type="presParOf" srcId="{E6469C6F-3D08-4BB9-9912-5DC77CD6A46E}" destId="{68D2DB4C-7368-4D73-8AA8-A93BD92B5DC3}" srcOrd="2" destOrd="0" presId="urn:microsoft.com/office/officeart/2018/2/layout/IconLabelList"/>
    <dgm:cxn modelId="{A02511C3-F2A7-4627-B468-F5AFE8223298}" type="presParOf" srcId="{68D2DB4C-7368-4D73-8AA8-A93BD92B5DC3}" destId="{2B47054E-E0C2-4E4F-B517-6EE70EC29EA9}" srcOrd="0" destOrd="0" presId="urn:microsoft.com/office/officeart/2018/2/layout/IconLabelList"/>
    <dgm:cxn modelId="{0F069A99-9050-40BB-A1DC-8F625762590F}" type="presParOf" srcId="{68D2DB4C-7368-4D73-8AA8-A93BD92B5DC3}" destId="{2C0A61B8-D7DC-475A-801D-E8AEB738D59C}" srcOrd="1" destOrd="0" presId="urn:microsoft.com/office/officeart/2018/2/layout/IconLabelList"/>
    <dgm:cxn modelId="{6D238065-776E-4F66-8E3A-BDADBBBDFF0C}" type="presParOf" srcId="{68D2DB4C-7368-4D73-8AA8-A93BD92B5DC3}" destId="{61400112-45FD-4036-870F-2585E048B24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30626AD-60AF-4C92-8FD5-FEFF95200A1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D7F5FD4-A414-4599-B2AA-43119CFC40C0}">
      <dgm:prSet/>
      <dgm:spPr/>
      <dgm:t>
        <a:bodyPr/>
        <a:lstStyle/>
        <a:p>
          <a:r>
            <a:rPr lang="en-US" dirty="0"/>
            <a:t>• Average ratings range from 2.5–5</a:t>
          </a:r>
        </a:p>
      </dgm:t>
    </dgm:pt>
    <dgm:pt modelId="{4A80B880-DA8E-4F17-AA23-52FE1DC129A3}" type="parTrans" cxnId="{E9368DEF-2640-4D90-8683-6F7A6BC93EC2}">
      <dgm:prSet/>
      <dgm:spPr/>
      <dgm:t>
        <a:bodyPr/>
        <a:lstStyle/>
        <a:p>
          <a:endParaRPr lang="en-US"/>
        </a:p>
      </dgm:t>
    </dgm:pt>
    <dgm:pt modelId="{05058176-3B4A-4AF5-AEA5-D9696E5C5807}" type="sibTrans" cxnId="{E9368DEF-2640-4D90-8683-6F7A6BC93EC2}">
      <dgm:prSet/>
      <dgm:spPr/>
      <dgm:t>
        <a:bodyPr/>
        <a:lstStyle/>
        <a:p>
          <a:endParaRPr lang="en-US"/>
        </a:p>
      </dgm:t>
    </dgm:pt>
    <dgm:pt modelId="{39B644ED-108C-4942-8624-15A6C53CC1DB}">
      <dgm:prSet/>
      <dgm:spPr/>
      <dgm:t>
        <a:bodyPr/>
        <a:lstStyle/>
        <a:p>
          <a:r>
            <a:rPr lang="en-US"/>
            <a:t>• Key drivers: issue resolution and agent quality</a:t>
          </a:r>
        </a:p>
      </dgm:t>
    </dgm:pt>
    <dgm:pt modelId="{1AADE6BB-19BF-412D-AB4C-364AD6408380}" type="parTrans" cxnId="{1E06AF8F-9560-4BEC-A77E-3E0151D82379}">
      <dgm:prSet/>
      <dgm:spPr/>
      <dgm:t>
        <a:bodyPr/>
        <a:lstStyle/>
        <a:p>
          <a:endParaRPr lang="en-US"/>
        </a:p>
      </dgm:t>
    </dgm:pt>
    <dgm:pt modelId="{67B6CCC5-7780-49D1-90B7-503250D7CF41}" type="sibTrans" cxnId="{1E06AF8F-9560-4BEC-A77E-3E0151D82379}">
      <dgm:prSet/>
      <dgm:spPr/>
      <dgm:t>
        <a:bodyPr/>
        <a:lstStyle/>
        <a:p>
          <a:endParaRPr lang="en-US"/>
        </a:p>
      </dgm:t>
    </dgm:pt>
    <dgm:pt modelId="{4B41AFCE-51B6-4AC7-9F70-628F80130418}" type="pres">
      <dgm:prSet presAssocID="{230626AD-60AF-4C92-8FD5-FEFF95200A13}" presName="root" presStyleCnt="0">
        <dgm:presLayoutVars>
          <dgm:dir/>
          <dgm:resizeHandles val="exact"/>
        </dgm:presLayoutVars>
      </dgm:prSet>
      <dgm:spPr/>
    </dgm:pt>
    <dgm:pt modelId="{12C132A3-AF50-49ED-8F9D-9ABFE91AA3A9}" type="pres">
      <dgm:prSet presAssocID="{5D7F5FD4-A414-4599-B2AA-43119CFC40C0}" presName="compNode" presStyleCnt="0"/>
      <dgm:spPr/>
    </dgm:pt>
    <dgm:pt modelId="{0EEB332B-EF48-4B7F-93A3-DB709E1EE684}" type="pres">
      <dgm:prSet presAssocID="{5D7F5FD4-A414-4599-B2AA-43119CFC40C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F0001C3E-AFD6-41DD-8A8D-AA420102BC41}" type="pres">
      <dgm:prSet presAssocID="{5D7F5FD4-A414-4599-B2AA-43119CFC40C0}" presName="spaceRect" presStyleCnt="0"/>
      <dgm:spPr/>
    </dgm:pt>
    <dgm:pt modelId="{3BF9010E-30C8-4874-8796-5CD4D8C96DE8}" type="pres">
      <dgm:prSet presAssocID="{5D7F5FD4-A414-4599-B2AA-43119CFC40C0}" presName="textRect" presStyleLbl="revTx" presStyleIdx="0" presStyleCnt="2">
        <dgm:presLayoutVars>
          <dgm:chMax val="1"/>
          <dgm:chPref val="1"/>
        </dgm:presLayoutVars>
      </dgm:prSet>
      <dgm:spPr/>
    </dgm:pt>
    <dgm:pt modelId="{C1EAE6F3-912B-4F0C-BA11-E1ED938186B3}" type="pres">
      <dgm:prSet presAssocID="{05058176-3B4A-4AF5-AEA5-D9696E5C5807}" presName="sibTrans" presStyleCnt="0"/>
      <dgm:spPr/>
    </dgm:pt>
    <dgm:pt modelId="{F89D0991-57AB-4D92-B87A-E30FAE2A11BC}" type="pres">
      <dgm:prSet presAssocID="{39B644ED-108C-4942-8624-15A6C53CC1DB}" presName="compNode" presStyleCnt="0"/>
      <dgm:spPr/>
    </dgm:pt>
    <dgm:pt modelId="{B5778301-FE59-4FB7-A2EB-4DCFF18D3053}" type="pres">
      <dgm:prSet presAssocID="{39B644ED-108C-4942-8624-15A6C53CC1D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C40FEA9-FEFE-4F45-B6B0-FF764E3AC2AD}" type="pres">
      <dgm:prSet presAssocID="{39B644ED-108C-4942-8624-15A6C53CC1DB}" presName="spaceRect" presStyleCnt="0"/>
      <dgm:spPr/>
    </dgm:pt>
    <dgm:pt modelId="{2D2778AC-285A-4CB9-B69A-7F8F9EB4C79C}" type="pres">
      <dgm:prSet presAssocID="{39B644ED-108C-4942-8624-15A6C53CC1D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E8D334A-9C0A-445A-859D-60A85DEBF6C6}" type="presOf" srcId="{230626AD-60AF-4C92-8FD5-FEFF95200A13}" destId="{4B41AFCE-51B6-4AC7-9F70-628F80130418}" srcOrd="0" destOrd="0" presId="urn:microsoft.com/office/officeart/2018/2/layout/IconLabelList"/>
    <dgm:cxn modelId="{1E06AF8F-9560-4BEC-A77E-3E0151D82379}" srcId="{230626AD-60AF-4C92-8FD5-FEFF95200A13}" destId="{39B644ED-108C-4942-8624-15A6C53CC1DB}" srcOrd="1" destOrd="0" parTransId="{1AADE6BB-19BF-412D-AB4C-364AD6408380}" sibTransId="{67B6CCC5-7780-49D1-90B7-503250D7CF41}"/>
    <dgm:cxn modelId="{2B83DDA5-6625-4BD4-B3D7-7613D5A67C98}" type="presOf" srcId="{39B644ED-108C-4942-8624-15A6C53CC1DB}" destId="{2D2778AC-285A-4CB9-B69A-7F8F9EB4C79C}" srcOrd="0" destOrd="0" presId="urn:microsoft.com/office/officeart/2018/2/layout/IconLabelList"/>
    <dgm:cxn modelId="{DCE747AD-AC78-4720-9176-2ADB4C9F665A}" type="presOf" srcId="{5D7F5FD4-A414-4599-B2AA-43119CFC40C0}" destId="{3BF9010E-30C8-4874-8796-5CD4D8C96DE8}" srcOrd="0" destOrd="0" presId="urn:microsoft.com/office/officeart/2018/2/layout/IconLabelList"/>
    <dgm:cxn modelId="{E9368DEF-2640-4D90-8683-6F7A6BC93EC2}" srcId="{230626AD-60AF-4C92-8FD5-FEFF95200A13}" destId="{5D7F5FD4-A414-4599-B2AA-43119CFC40C0}" srcOrd="0" destOrd="0" parTransId="{4A80B880-DA8E-4F17-AA23-52FE1DC129A3}" sibTransId="{05058176-3B4A-4AF5-AEA5-D9696E5C5807}"/>
    <dgm:cxn modelId="{25572E52-5D24-467E-9258-1F13F64E9DAD}" type="presParOf" srcId="{4B41AFCE-51B6-4AC7-9F70-628F80130418}" destId="{12C132A3-AF50-49ED-8F9D-9ABFE91AA3A9}" srcOrd="0" destOrd="0" presId="urn:microsoft.com/office/officeart/2018/2/layout/IconLabelList"/>
    <dgm:cxn modelId="{053B6A4A-1D85-4295-B1AA-9F40C486CA6C}" type="presParOf" srcId="{12C132A3-AF50-49ED-8F9D-9ABFE91AA3A9}" destId="{0EEB332B-EF48-4B7F-93A3-DB709E1EE684}" srcOrd="0" destOrd="0" presId="urn:microsoft.com/office/officeart/2018/2/layout/IconLabelList"/>
    <dgm:cxn modelId="{EDAEFF0C-65D6-4126-9BFC-F289CEB26C3F}" type="presParOf" srcId="{12C132A3-AF50-49ED-8F9D-9ABFE91AA3A9}" destId="{F0001C3E-AFD6-41DD-8A8D-AA420102BC41}" srcOrd="1" destOrd="0" presId="urn:microsoft.com/office/officeart/2018/2/layout/IconLabelList"/>
    <dgm:cxn modelId="{594797C7-0DCA-4839-8DE8-86A45666ABD0}" type="presParOf" srcId="{12C132A3-AF50-49ED-8F9D-9ABFE91AA3A9}" destId="{3BF9010E-30C8-4874-8796-5CD4D8C96DE8}" srcOrd="2" destOrd="0" presId="urn:microsoft.com/office/officeart/2018/2/layout/IconLabelList"/>
    <dgm:cxn modelId="{838790CE-834F-4ABC-ABD1-1FDEDFE7B737}" type="presParOf" srcId="{4B41AFCE-51B6-4AC7-9F70-628F80130418}" destId="{C1EAE6F3-912B-4F0C-BA11-E1ED938186B3}" srcOrd="1" destOrd="0" presId="urn:microsoft.com/office/officeart/2018/2/layout/IconLabelList"/>
    <dgm:cxn modelId="{D48F6E6A-CDD8-454D-A7F3-FE2629DB250A}" type="presParOf" srcId="{4B41AFCE-51B6-4AC7-9F70-628F80130418}" destId="{F89D0991-57AB-4D92-B87A-E30FAE2A11BC}" srcOrd="2" destOrd="0" presId="urn:microsoft.com/office/officeart/2018/2/layout/IconLabelList"/>
    <dgm:cxn modelId="{D879B1C0-A626-4FAB-978F-487C501C55E2}" type="presParOf" srcId="{F89D0991-57AB-4D92-B87A-E30FAE2A11BC}" destId="{B5778301-FE59-4FB7-A2EB-4DCFF18D3053}" srcOrd="0" destOrd="0" presId="urn:microsoft.com/office/officeart/2018/2/layout/IconLabelList"/>
    <dgm:cxn modelId="{22350F1E-E5C4-4362-8190-FE920BD8485E}" type="presParOf" srcId="{F89D0991-57AB-4D92-B87A-E30FAE2A11BC}" destId="{9C40FEA9-FEFE-4F45-B6B0-FF764E3AC2AD}" srcOrd="1" destOrd="0" presId="urn:microsoft.com/office/officeart/2018/2/layout/IconLabelList"/>
    <dgm:cxn modelId="{D317DC26-77B0-490C-B873-AD4C7A9F9F69}" type="presParOf" srcId="{F89D0991-57AB-4D92-B87A-E30FAE2A11BC}" destId="{2D2778AC-285A-4CB9-B69A-7F8F9EB4C7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58EDCE4-5805-478C-ABB2-350695DCEE8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9AC3CC-DBBA-4840-8238-0724E65A00BC}">
      <dgm:prSet/>
      <dgm:spPr/>
      <dgm:t>
        <a:bodyPr/>
        <a:lstStyle/>
        <a:p>
          <a:r>
            <a:rPr lang="en-US"/>
            <a:t>• Resolve Issue has highest impact</a:t>
          </a:r>
        </a:p>
      </dgm:t>
    </dgm:pt>
    <dgm:pt modelId="{63DAA09A-F198-40D1-8D75-B48E73D50B57}" type="parTrans" cxnId="{C11B9294-BBDF-4379-B176-F7C33820BB77}">
      <dgm:prSet/>
      <dgm:spPr/>
      <dgm:t>
        <a:bodyPr/>
        <a:lstStyle/>
        <a:p>
          <a:endParaRPr lang="en-US"/>
        </a:p>
      </dgm:t>
    </dgm:pt>
    <dgm:pt modelId="{08BB44C3-59C3-4EFA-A834-D5212CDA1BA6}" type="sibTrans" cxnId="{C11B9294-BBDF-4379-B176-F7C33820BB77}">
      <dgm:prSet/>
      <dgm:spPr/>
      <dgm:t>
        <a:bodyPr/>
        <a:lstStyle/>
        <a:p>
          <a:endParaRPr lang="en-US"/>
        </a:p>
      </dgm:t>
    </dgm:pt>
    <dgm:pt modelId="{D17D54CA-8AE6-4B48-A706-35FC8267301E}">
      <dgm:prSet/>
      <dgm:spPr/>
      <dgm:t>
        <a:bodyPr/>
        <a:lstStyle/>
        <a:p>
          <a:r>
            <a:rPr lang="en-US"/>
            <a:t>• Courtesy and knowledge strongly influence perception</a:t>
          </a:r>
        </a:p>
      </dgm:t>
    </dgm:pt>
    <dgm:pt modelId="{5F8F86DC-849E-4DE8-BA08-DBFB4784BEAD}" type="parTrans" cxnId="{894F6BC8-834B-4825-A446-D9EEB19CCDC9}">
      <dgm:prSet/>
      <dgm:spPr/>
      <dgm:t>
        <a:bodyPr/>
        <a:lstStyle/>
        <a:p>
          <a:endParaRPr lang="en-US"/>
        </a:p>
      </dgm:t>
    </dgm:pt>
    <dgm:pt modelId="{1943106B-DC66-4D33-A0D8-E3FEBA63976D}" type="sibTrans" cxnId="{894F6BC8-834B-4825-A446-D9EEB19CCDC9}">
      <dgm:prSet/>
      <dgm:spPr/>
      <dgm:t>
        <a:bodyPr/>
        <a:lstStyle/>
        <a:p>
          <a:endParaRPr lang="en-US"/>
        </a:p>
      </dgm:t>
    </dgm:pt>
    <dgm:pt modelId="{5207B0A1-AFA1-4BE0-AF1F-355BF1532BC4}" type="pres">
      <dgm:prSet presAssocID="{A58EDCE4-5805-478C-ABB2-350695DCEE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4331F9D-6D00-4BFD-9B79-5E078A46CBC6}" type="pres">
      <dgm:prSet presAssocID="{019AC3CC-DBBA-4840-8238-0724E65A00BC}" presName="hierRoot1" presStyleCnt="0"/>
      <dgm:spPr/>
    </dgm:pt>
    <dgm:pt modelId="{42A902A4-630D-48EB-8D81-18587B8B2A53}" type="pres">
      <dgm:prSet presAssocID="{019AC3CC-DBBA-4840-8238-0724E65A00BC}" presName="composite" presStyleCnt="0"/>
      <dgm:spPr/>
    </dgm:pt>
    <dgm:pt modelId="{C44D6E9B-BEA5-47EF-98A0-DC5227285F73}" type="pres">
      <dgm:prSet presAssocID="{019AC3CC-DBBA-4840-8238-0724E65A00BC}" presName="background" presStyleLbl="node0" presStyleIdx="0" presStyleCnt="2"/>
      <dgm:spPr/>
    </dgm:pt>
    <dgm:pt modelId="{8480BE45-563A-40B7-AA06-1DD0AE07E6F7}" type="pres">
      <dgm:prSet presAssocID="{019AC3CC-DBBA-4840-8238-0724E65A00BC}" presName="text" presStyleLbl="fgAcc0" presStyleIdx="0" presStyleCnt="2">
        <dgm:presLayoutVars>
          <dgm:chPref val="3"/>
        </dgm:presLayoutVars>
      </dgm:prSet>
      <dgm:spPr/>
    </dgm:pt>
    <dgm:pt modelId="{6404C73C-0A8D-4A45-8718-A478F068DCA5}" type="pres">
      <dgm:prSet presAssocID="{019AC3CC-DBBA-4840-8238-0724E65A00BC}" presName="hierChild2" presStyleCnt="0"/>
      <dgm:spPr/>
    </dgm:pt>
    <dgm:pt modelId="{775979A0-311E-47ED-B31E-FFDC82222695}" type="pres">
      <dgm:prSet presAssocID="{D17D54CA-8AE6-4B48-A706-35FC8267301E}" presName="hierRoot1" presStyleCnt="0"/>
      <dgm:spPr/>
    </dgm:pt>
    <dgm:pt modelId="{DB842FDA-C858-4147-8F65-046B6E1782AD}" type="pres">
      <dgm:prSet presAssocID="{D17D54CA-8AE6-4B48-A706-35FC8267301E}" presName="composite" presStyleCnt="0"/>
      <dgm:spPr/>
    </dgm:pt>
    <dgm:pt modelId="{F0F6E5D3-73C7-4721-8A2F-F1E7D4AD15E6}" type="pres">
      <dgm:prSet presAssocID="{D17D54CA-8AE6-4B48-A706-35FC8267301E}" presName="background" presStyleLbl="node0" presStyleIdx="1" presStyleCnt="2"/>
      <dgm:spPr/>
    </dgm:pt>
    <dgm:pt modelId="{CFF80E47-3E68-4F42-8A21-F5595D126F9A}" type="pres">
      <dgm:prSet presAssocID="{D17D54CA-8AE6-4B48-A706-35FC8267301E}" presName="text" presStyleLbl="fgAcc0" presStyleIdx="1" presStyleCnt="2">
        <dgm:presLayoutVars>
          <dgm:chPref val="3"/>
        </dgm:presLayoutVars>
      </dgm:prSet>
      <dgm:spPr/>
    </dgm:pt>
    <dgm:pt modelId="{94A0E3D9-EF6E-4666-B9AC-60ED6CEAA7A1}" type="pres">
      <dgm:prSet presAssocID="{D17D54CA-8AE6-4B48-A706-35FC8267301E}" presName="hierChild2" presStyleCnt="0"/>
      <dgm:spPr/>
    </dgm:pt>
  </dgm:ptLst>
  <dgm:cxnLst>
    <dgm:cxn modelId="{E4BD4D32-E8CB-48C8-9A8A-B6D81DBE98DA}" type="presOf" srcId="{D17D54CA-8AE6-4B48-A706-35FC8267301E}" destId="{CFF80E47-3E68-4F42-8A21-F5595D126F9A}" srcOrd="0" destOrd="0" presId="urn:microsoft.com/office/officeart/2005/8/layout/hierarchy1"/>
    <dgm:cxn modelId="{2C352033-6C69-415C-B6C6-1EEA1813117B}" type="presOf" srcId="{019AC3CC-DBBA-4840-8238-0724E65A00BC}" destId="{8480BE45-563A-40B7-AA06-1DD0AE07E6F7}" srcOrd="0" destOrd="0" presId="urn:microsoft.com/office/officeart/2005/8/layout/hierarchy1"/>
    <dgm:cxn modelId="{2D176173-F61D-478D-BC44-4FD62FA3C550}" type="presOf" srcId="{A58EDCE4-5805-478C-ABB2-350695DCEE88}" destId="{5207B0A1-AFA1-4BE0-AF1F-355BF1532BC4}" srcOrd="0" destOrd="0" presId="urn:microsoft.com/office/officeart/2005/8/layout/hierarchy1"/>
    <dgm:cxn modelId="{C11B9294-BBDF-4379-B176-F7C33820BB77}" srcId="{A58EDCE4-5805-478C-ABB2-350695DCEE88}" destId="{019AC3CC-DBBA-4840-8238-0724E65A00BC}" srcOrd="0" destOrd="0" parTransId="{63DAA09A-F198-40D1-8D75-B48E73D50B57}" sibTransId="{08BB44C3-59C3-4EFA-A834-D5212CDA1BA6}"/>
    <dgm:cxn modelId="{894F6BC8-834B-4825-A446-D9EEB19CCDC9}" srcId="{A58EDCE4-5805-478C-ABB2-350695DCEE88}" destId="{D17D54CA-8AE6-4B48-A706-35FC8267301E}" srcOrd="1" destOrd="0" parTransId="{5F8F86DC-849E-4DE8-BA08-DBFB4784BEAD}" sibTransId="{1943106B-DC66-4D33-A0D8-E3FEBA63976D}"/>
    <dgm:cxn modelId="{417D741D-D60F-4775-B029-466BDDC4FE4C}" type="presParOf" srcId="{5207B0A1-AFA1-4BE0-AF1F-355BF1532BC4}" destId="{E4331F9D-6D00-4BFD-9B79-5E078A46CBC6}" srcOrd="0" destOrd="0" presId="urn:microsoft.com/office/officeart/2005/8/layout/hierarchy1"/>
    <dgm:cxn modelId="{359F5AC4-C7AC-43CC-B799-340CD039A04D}" type="presParOf" srcId="{E4331F9D-6D00-4BFD-9B79-5E078A46CBC6}" destId="{42A902A4-630D-48EB-8D81-18587B8B2A53}" srcOrd="0" destOrd="0" presId="urn:microsoft.com/office/officeart/2005/8/layout/hierarchy1"/>
    <dgm:cxn modelId="{B2B6E219-E7A8-4B3E-90E1-6978FE069844}" type="presParOf" srcId="{42A902A4-630D-48EB-8D81-18587B8B2A53}" destId="{C44D6E9B-BEA5-47EF-98A0-DC5227285F73}" srcOrd="0" destOrd="0" presId="urn:microsoft.com/office/officeart/2005/8/layout/hierarchy1"/>
    <dgm:cxn modelId="{3FB401A4-4C5D-4355-B40E-6D63560C4106}" type="presParOf" srcId="{42A902A4-630D-48EB-8D81-18587B8B2A53}" destId="{8480BE45-563A-40B7-AA06-1DD0AE07E6F7}" srcOrd="1" destOrd="0" presId="urn:microsoft.com/office/officeart/2005/8/layout/hierarchy1"/>
    <dgm:cxn modelId="{BE4571D2-25E5-4483-9F2C-959E36C35246}" type="presParOf" srcId="{E4331F9D-6D00-4BFD-9B79-5E078A46CBC6}" destId="{6404C73C-0A8D-4A45-8718-A478F068DCA5}" srcOrd="1" destOrd="0" presId="urn:microsoft.com/office/officeart/2005/8/layout/hierarchy1"/>
    <dgm:cxn modelId="{341DABE6-FD83-46C7-BD55-4D6F98E4AC02}" type="presParOf" srcId="{5207B0A1-AFA1-4BE0-AF1F-355BF1532BC4}" destId="{775979A0-311E-47ED-B31E-FFDC82222695}" srcOrd="1" destOrd="0" presId="urn:microsoft.com/office/officeart/2005/8/layout/hierarchy1"/>
    <dgm:cxn modelId="{EBD1A888-3095-4619-ACFD-0B1F114C82F4}" type="presParOf" srcId="{775979A0-311E-47ED-B31E-FFDC82222695}" destId="{DB842FDA-C858-4147-8F65-046B6E1782AD}" srcOrd="0" destOrd="0" presId="urn:microsoft.com/office/officeart/2005/8/layout/hierarchy1"/>
    <dgm:cxn modelId="{B6163E13-1E8D-45ED-AEF2-BB14960805F6}" type="presParOf" srcId="{DB842FDA-C858-4147-8F65-046B6E1782AD}" destId="{F0F6E5D3-73C7-4721-8A2F-F1E7D4AD15E6}" srcOrd="0" destOrd="0" presId="urn:microsoft.com/office/officeart/2005/8/layout/hierarchy1"/>
    <dgm:cxn modelId="{5127CC36-F995-43CA-A425-8151F226A46F}" type="presParOf" srcId="{DB842FDA-C858-4147-8F65-046B6E1782AD}" destId="{CFF80E47-3E68-4F42-8A21-F5595D126F9A}" srcOrd="1" destOrd="0" presId="urn:microsoft.com/office/officeart/2005/8/layout/hierarchy1"/>
    <dgm:cxn modelId="{DD51C55F-08BB-4744-924D-1BBFBFDDFD26}" type="presParOf" srcId="{775979A0-311E-47ED-B31E-FFDC82222695}" destId="{94A0E3D9-EF6E-4666-B9AC-60ED6CEAA7A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8ED4227-F9A2-40B9-97F2-832CBA8575F9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E69467D-C5BE-4FD8-A8FC-43D4F22EDDDC}">
      <dgm:prSet/>
      <dgm:spPr/>
      <dgm:t>
        <a:bodyPr/>
        <a:lstStyle/>
        <a:p>
          <a:r>
            <a:rPr lang="en-US"/>
            <a:t>• Improve first-call resolution</a:t>
          </a:r>
        </a:p>
      </dgm:t>
    </dgm:pt>
    <dgm:pt modelId="{7A81F0B5-5CA1-4EDA-824C-8A1BD51FC12D}" type="parTrans" cxnId="{5B144958-BFC9-4F2F-9BD5-2CE047361D44}">
      <dgm:prSet/>
      <dgm:spPr/>
      <dgm:t>
        <a:bodyPr/>
        <a:lstStyle/>
        <a:p>
          <a:endParaRPr lang="en-US"/>
        </a:p>
      </dgm:t>
    </dgm:pt>
    <dgm:pt modelId="{F383BD88-3E6E-4604-99D3-F00C9F61901A}" type="sibTrans" cxnId="{5B144958-BFC9-4F2F-9BD5-2CE047361D44}">
      <dgm:prSet/>
      <dgm:spPr/>
      <dgm:t>
        <a:bodyPr/>
        <a:lstStyle/>
        <a:p>
          <a:endParaRPr lang="en-US"/>
        </a:p>
      </dgm:t>
    </dgm:pt>
    <dgm:pt modelId="{CAFF64F1-7720-4EE7-A9E8-85978462999D}">
      <dgm:prSet/>
      <dgm:spPr/>
      <dgm:t>
        <a:bodyPr/>
        <a:lstStyle/>
        <a:p>
          <a:r>
            <a:rPr lang="en-US"/>
            <a:t>• Train new agents</a:t>
          </a:r>
        </a:p>
      </dgm:t>
    </dgm:pt>
    <dgm:pt modelId="{71E00BCC-9807-458C-BA79-135569E79451}" type="parTrans" cxnId="{F2ACA855-67CC-4C01-A468-CD6D24CBA6BC}">
      <dgm:prSet/>
      <dgm:spPr/>
      <dgm:t>
        <a:bodyPr/>
        <a:lstStyle/>
        <a:p>
          <a:endParaRPr lang="en-US"/>
        </a:p>
      </dgm:t>
    </dgm:pt>
    <dgm:pt modelId="{1343BF46-01EE-4732-921B-E1BD76C9D856}" type="sibTrans" cxnId="{F2ACA855-67CC-4C01-A468-CD6D24CBA6BC}">
      <dgm:prSet/>
      <dgm:spPr/>
      <dgm:t>
        <a:bodyPr/>
        <a:lstStyle/>
        <a:p>
          <a:endParaRPr lang="en-US"/>
        </a:p>
      </dgm:t>
    </dgm:pt>
    <dgm:pt modelId="{5756A02D-37EB-44B0-81FD-AEE6DCF96558}">
      <dgm:prSet/>
      <dgm:spPr/>
      <dgm:t>
        <a:bodyPr/>
        <a:lstStyle/>
        <a:p>
          <a:r>
            <a:rPr lang="en-US"/>
            <a:t>• Reduce transfers</a:t>
          </a:r>
        </a:p>
      </dgm:t>
    </dgm:pt>
    <dgm:pt modelId="{8F9B14D6-A98F-447C-9BC7-2FA9674965DA}" type="parTrans" cxnId="{A11DBB7F-ADC9-459E-99A5-5EE871B5E17E}">
      <dgm:prSet/>
      <dgm:spPr/>
      <dgm:t>
        <a:bodyPr/>
        <a:lstStyle/>
        <a:p>
          <a:endParaRPr lang="en-US"/>
        </a:p>
      </dgm:t>
    </dgm:pt>
    <dgm:pt modelId="{74B5AD47-2E59-4645-B167-CD68AAAD087A}" type="sibTrans" cxnId="{A11DBB7F-ADC9-459E-99A5-5EE871B5E17E}">
      <dgm:prSet/>
      <dgm:spPr/>
      <dgm:t>
        <a:bodyPr/>
        <a:lstStyle/>
        <a:p>
          <a:endParaRPr lang="en-US"/>
        </a:p>
      </dgm:t>
    </dgm:pt>
    <dgm:pt modelId="{4678A129-4FC9-414A-89CF-DE6729EE7500}">
      <dgm:prSet/>
      <dgm:spPr/>
      <dgm:t>
        <a:bodyPr/>
        <a:lstStyle/>
        <a:p>
          <a:r>
            <a:rPr lang="en-US"/>
            <a:t>• Enhance billing clarity</a:t>
          </a:r>
        </a:p>
      </dgm:t>
    </dgm:pt>
    <dgm:pt modelId="{2CAAB1AB-B314-475A-B3BC-931EE741A11A}" type="parTrans" cxnId="{3C07EEFD-276A-48E3-9E86-B9B44F3118E8}">
      <dgm:prSet/>
      <dgm:spPr/>
      <dgm:t>
        <a:bodyPr/>
        <a:lstStyle/>
        <a:p>
          <a:endParaRPr lang="en-US"/>
        </a:p>
      </dgm:t>
    </dgm:pt>
    <dgm:pt modelId="{3B4D403B-88E3-4C9A-AEA4-0D661BE473AC}" type="sibTrans" cxnId="{3C07EEFD-276A-48E3-9E86-B9B44F3118E8}">
      <dgm:prSet/>
      <dgm:spPr/>
      <dgm:t>
        <a:bodyPr/>
        <a:lstStyle/>
        <a:p>
          <a:endParaRPr lang="en-US"/>
        </a:p>
      </dgm:t>
    </dgm:pt>
    <dgm:pt modelId="{7022BABB-032C-4F7F-B805-AB825993FADE}" type="pres">
      <dgm:prSet presAssocID="{E8ED4227-F9A2-40B9-97F2-832CBA8575F9}" presName="linear" presStyleCnt="0">
        <dgm:presLayoutVars>
          <dgm:dir/>
          <dgm:animLvl val="lvl"/>
          <dgm:resizeHandles val="exact"/>
        </dgm:presLayoutVars>
      </dgm:prSet>
      <dgm:spPr/>
    </dgm:pt>
    <dgm:pt modelId="{0F450C7C-F931-4691-9288-290CC4574941}" type="pres">
      <dgm:prSet presAssocID="{0E69467D-C5BE-4FD8-A8FC-43D4F22EDDDC}" presName="parentLin" presStyleCnt="0"/>
      <dgm:spPr/>
    </dgm:pt>
    <dgm:pt modelId="{FC471FDE-1D38-4545-8B1A-98CC2C2EAA21}" type="pres">
      <dgm:prSet presAssocID="{0E69467D-C5BE-4FD8-A8FC-43D4F22EDDDC}" presName="parentLeftMargin" presStyleLbl="node1" presStyleIdx="0" presStyleCnt="4"/>
      <dgm:spPr/>
    </dgm:pt>
    <dgm:pt modelId="{9296573E-EEB0-410F-AC48-B273465FCFF6}" type="pres">
      <dgm:prSet presAssocID="{0E69467D-C5BE-4FD8-A8FC-43D4F22EDDD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2C4CDD-F8A9-4082-A779-696980DD87B0}" type="pres">
      <dgm:prSet presAssocID="{0E69467D-C5BE-4FD8-A8FC-43D4F22EDDDC}" presName="negativeSpace" presStyleCnt="0"/>
      <dgm:spPr/>
    </dgm:pt>
    <dgm:pt modelId="{A79FB34D-6B9E-4D98-85B1-627D922EA75D}" type="pres">
      <dgm:prSet presAssocID="{0E69467D-C5BE-4FD8-A8FC-43D4F22EDDDC}" presName="childText" presStyleLbl="conFgAcc1" presStyleIdx="0" presStyleCnt="4">
        <dgm:presLayoutVars>
          <dgm:bulletEnabled val="1"/>
        </dgm:presLayoutVars>
      </dgm:prSet>
      <dgm:spPr/>
    </dgm:pt>
    <dgm:pt modelId="{6F4FE518-7C4A-44D0-8F56-0EA4B8FF55CF}" type="pres">
      <dgm:prSet presAssocID="{F383BD88-3E6E-4604-99D3-F00C9F61901A}" presName="spaceBetweenRectangles" presStyleCnt="0"/>
      <dgm:spPr/>
    </dgm:pt>
    <dgm:pt modelId="{6AECD72A-9D25-42F8-A02E-7DD7E175C17F}" type="pres">
      <dgm:prSet presAssocID="{CAFF64F1-7720-4EE7-A9E8-85978462999D}" presName="parentLin" presStyleCnt="0"/>
      <dgm:spPr/>
    </dgm:pt>
    <dgm:pt modelId="{5643BE4C-0BCC-48F7-A4F0-A35120909E8D}" type="pres">
      <dgm:prSet presAssocID="{CAFF64F1-7720-4EE7-A9E8-85978462999D}" presName="parentLeftMargin" presStyleLbl="node1" presStyleIdx="0" presStyleCnt="4"/>
      <dgm:spPr/>
    </dgm:pt>
    <dgm:pt modelId="{11ADFBF4-0EE4-4B40-8BEF-218BBF7E17D4}" type="pres">
      <dgm:prSet presAssocID="{CAFF64F1-7720-4EE7-A9E8-85978462999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77960B-EFA1-47AF-8B65-DA72BA054C77}" type="pres">
      <dgm:prSet presAssocID="{CAFF64F1-7720-4EE7-A9E8-85978462999D}" presName="negativeSpace" presStyleCnt="0"/>
      <dgm:spPr/>
    </dgm:pt>
    <dgm:pt modelId="{49E0FD69-5993-42EC-B2DE-4D0B5F03B20A}" type="pres">
      <dgm:prSet presAssocID="{CAFF64F1-7720-4EE7-A9E8-85978462999D}" presName="childText" presStyleLbl="conFgAcc1" presStyleIdx="1" presStyleCnt="4">
        <dgm:presLayoutVars>
          <dgm:bulletEnabled val="1"/>
        </dgm:presLayoutVars>
      </dgm:prSet>
      <dgm:spPr/>
    </dgm:pt>
    <dgm:pt modelId="{90802A39-6D68-4420-A9B6-D35D46D63D6A}" type="pres">
      <dgm:prSet presAssocID="{1343BF46-01EE-4732-921B-E1BD76C9D856}" presName="spaceBetweenRectangles" presStyleCnt="0"/>
      <dgm:spPr/>
    </dgm:pt>
    <dgm:pt modelId="{D2A49199-364B-4D8B-9C0B-E2F35CAFC745}" type="pres">
      <dgm:prSet presAssocID="{5756A02D-37EB-44B0-81FD-AEE6DCF96558}" presName="parentLin" presStyleCnt="0"/>
      <dgm:spPr/>
    </dgm:pt>
    <dgm:pt modelId="{D913E01C-E3CA-43C7-8DD0-594D784CBDF5}" type="pres">
      <dgm:prSet presAssocID="{5756A02D-37EB-44B0-81FD-AEE6DCF96558}" presName="parentLeftMargin" presStyleLbl="node1" presStyleIdx="1" presStyleCnt="4"/>
      <dgm:spPr/>
    </dgm:pt>
    <dgm:pt modelId="{A1405521-D66F-4C3B-B422-770415EB621B}" type="pres">
      <dgm:prSet presAssocID="{5756A02D-37EB-44B0-81FD-AEE6DCF965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6F4C13-99F7-410C-BCFA-E3DDEDD9941C}" type="pres">
      <dgm:prSet presAssocID="{5756A02D-37EB-44B0-81FD-AEE6DCF96558}" presName="negativeSpace" presStyleCnt="0"/>
      <dgm:spPr/>
    </dgm:pt>
    <dgm:pt modelId="{68FDE218-E078-4F24-A058-5BC3873DB9E6}" type="pres">
      <dgm:prSet presAssocID="{5756A02D-37EB-44B0-81FD-AEE6DCF96558}" presName="childText" presStyleLbl="conFgAcc1" presStyleIdx="2" presStyleCnt="4">
        <dgm:presLayoutVars>
          <dgm:bulletEnabled val="1"/>
        </dgm:presLayoutVars>
      </dgm:prSet>
      <dgm:spPr/>
    </dgm:pt>
    <dgm:pt modelId="{F1570E5B-9EE7-4613-AFA6-409AB0B3C41C}" type="pres">
      <dgm:prSet presAssocID="{74B5AD47-2E59-4645-B167-CD68AAAD087A}" presName="spaceBetweenRectangles" presStyleCnt="0"/>
      <dgm:spPr/>
    </dgm:pt>
    <dgm:pt modelId="{56133D2C-DFC4-46EB-A3E2-E72087E3EF40}" type="pres">
      <dgm:prSet presAssocID="{4678A129-4FC9-414A-89CF-DE6729EE7500}" presName="parentLin" presStyleCnt="0"/>
      <dgm:spPr/>
    </dgm:pt>
    <dgm:pt modelId="{93C5410A-5739-4535-81EE-D3EDE61E95F1}" type="pres">
      <dgm:prSet presAssocID="{4678A129-4FC9-414A-89CF-DE6729EE7500}" presName="parentLeftMargin" presStyleLbl="node1" presStyleIdx="2" presStyleCnt="4"/>
      <dgm:spPr/>
    </dgm:pt>
    <dgm:pt modelId="{A3126A1B-2160-427B-91CE-B08117F3F7FB}" type="pres">
      <dgm:prSet presAssocID="{4678A129-4FC9-414A-89CF-DE6729EE750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CC7CE79-082C-4CED-A7BB-5E0919CC87E6}" type="pres">
      <dgm:prSet presAssocID="{4678A129-4FC9-414A-89CF-DE6729EE7500}" presName="negativeSpace" presStyleCnt="0"/>
      <dgm:spPr/>
    </dgm:pt>
    <dgm:pt modelId="{D069A394-08AF-404E-B8A7-75582B46E4FB}" type="pres">
      <dgm:prSet presAssocID="{4678A129-4FC9-414A-89CF-DE6729EE750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A531900-9B94-408F-99DB-1B006BFB0226}" type="presOf" srcId="{CAFF64F1-7720-4EE7-A9E8-85978462999D}" destId="{5643BE4C-0BCC-48F7-A4F0-A35120909E8D}" srcOrd="0" destOrd="0" presId="urn:microsoft.com/office/officeart/2005/8/layout/list1"/>
    <dgm:cxn modelId="{5863646B-E718-4F8E-ABDC-4ECB171D7B7C}" type="presOf" srcId="{5756A02D-37EB-44B0-81FD-AEE6DCF96558}" destId="{A1405521-D66F-4C3B-B422-770415EB621B}" srcOrd="1" destOrd="0" presId="urn:microsoft.com/office/officeart/2005/8/layout/list1"/>
    <dgm:cxn modelId="{47DF604C-D039-461E-BD72-7BAE5114A254}" type="presOf" srcId="{0E69467D-C5BE-4FD8-A8FC-43D4F22EDDDC}" destId="{9296573E-EEB0-410F-AC48-B273465FCFF6}" srcOrd="1" destOrd="0" presId="urn:microsoft.com/office/officeart/2005/8/layout/list1"/>
    <dgm:cxn modelId="{A4ABFD6E-2BA3-421E-A82E-83CDDEC2394C}" type="presOf" srcId="{0E69467D-C5BE-4FD8-A8FC-43D4F22EDDDC}" destId="{FC471FDE-1D38-4545-8B1A-98CC2C2EAA21}" srcOrd="0" destOrd="0" presId="urn:microsoft.com/office/officeart/2005/8/layout/list1"/>
    <dgm:cxn modelId="{F2ACA855-67CC-4C01-A468-CD6D24CBA6BC}" srcId="{E8ED4227-F9A2-40B9-97F2-832CBA8575F9}" destId="{CAFF64F1-7720-4EE7-A9E8-85978462999D}" srcOrd="1" destOrd="0" parTransId="{71E00BCC-9807-458C-BA79-135569E79451}" sibTransId="{1343BF46-01EE-4732-921B-E1BD76C9D856}"/>
    <dgm:cxn modelId="{5B144958-BFC9-4F2F-9BD5-2CE047361D44}" srcId="{E8ED4227-F9A2-40B9-97F2-832CBA8575F9}" destId="{0E69467D-C5BE-4FD8-A8FC-43D4F22EDDDC}" srcOrd="0" destOrd="0" parTransId="{7A81F0B5-5CA1-4EDA-824C-8A1BD51FC12D}" sibTransId="{F383BD88-3E6E-4604-99D3-F00C9F61901A}"/>
    <dgm:cxn modelId="{A11DBB7F-ADC9-459E-99A5-5EE871B5E17E}" srcId="{E8ED4227-F9A2-40B9-97F2-832CBA8575F9}" destId="{5756A02D-37EB-44B0-81FD-AEE6DCF96558}" srcOrd="2" destOrd="0" parTransId="{8F9B14D6-A98F-447C-9BC7-2FA9674965DA}" sibTransId="{74B5AD47-2E59-4645-B167-CD68AAAD087A}"/>
    <dgm:cxn modelId="{5A051FC2-351F-4795-A758-517A1FE87FF3}" type="presOf" srcId="{E8ED4227-F9A2-40B9-97F2-832CBA8575F9}" destId="{7022BABB-032C-4F7F-B805-AB825993FADE}" srcOrd="0" destOrd="0" presId="urn:microsoft.com/office/officeart/2005/8/layout/list1"/>
    <dgm:cxn modelId="{E0D4D7C4-3B36-4C8F-934A-7EF85CEDBC0B}" type="presOf" srcId="{CAFF64F1-7720-4EE7-A9E8-85978462999D}" destId="{11ADFBF4-0EE4-4B40-8BEF-218BBF7E17D4}" srcOrd="1" destOrd="0" presId="urn:microsoft.com/office/officeart/2005/8/layout/list1"/>
    <dgm:cxn modelId="{D46031D8-E552-45F5-99C8-F01792DC5D52}" type="presOf" srcId="{4678A129-4FC9-414A-89CF-DE6729EE7500}" destId="{A3126A1B-2160-427B-91CE-B08117F3F7FB}" srcOrd="1" destOrd="0" presId="urn:microsoft.com/office/officeart/2005/8/layout/list1"/>
    <dgm:cxn modelId="{8D3A36DE-77A8-453C-A1FF-ED3A700469E5}" type="presOf" srcId="{4678A129-4FC9-414A-89CF-DE6729EE7500}" destId="{93C5410A-5739-4535-81EE-D3EDE61E95F1}" srcOrd="0" destOrd="0" presId="urn:microsoft.com/office/officeart/2005/8/layout/list1"/>
    <dgm:cxn modelId="{26A612E7-7246-49C4-A477-89F39466D204}" type="presOf" srcId="{5756A02D-37EB-44B0-81FD-AEE6DCF96558}" destId="{D913E01C-E3CA-43C7-8DD0-594D784CBDF5}" srcOrd="0" destOrd="0" presId="urn:microsoft.com/office/officeart/2005/8/layout/list1"/>
    <dgm:cxn modelId="{3C07EEFD-276A-48E3-9E86-B9B44F3118E8}" srcId="{E8ED4227-F9A2-40B9-97F2-832CBA8575F9}" destId="{4678A129-4FC9-414A-89CF-DE6729EE7500}" srcOrd="3" destOrd="0" parTransId="{2CAAB1AB-B314-475A-B3BC-931EE741A11A}" sibTransId="{3B4D403B-88E3-4C9A-AEA4-0D661BE473AC}"/>
    <dgm:cxn modelId="{AB593862-6148-4F66-B7C1-0B1F1B214E6C}" type="presParOf" srcId="{7022BABB-032C-4F7F-B805-AB825993FADE}" destId="{0F450C7C-F931-4691-9288-290CC4574941}" srcOrd="0" destOrd="0" presId="urn:microsoft.com/office/officeart/2005/8/layout/list1"/>
    <dgm:cxn modelId="{CAE7C1D0-F939-48A0-B7EC-34B66B2AA2AD}" type="presParOf" srcId="{0F450C7C-F931-4691-9288-290CC4574941}" destId="{FC471FDE-1D38-4545-8B1A-98CC2C2EAA21}" srcOrd="0" destOrd="0" presId="urn:microsoft.com/office/officeart/2005/8/layout/list1"/>
    <dgm:cxn modelId="{3E65EEFC-42CD-4352-B039-5CFC73C1DC7A}" type="presParOf" srcId="{0F450C7C-F931-4691-9288-290CC4574941}" destId="{9296573E-EEB0-410F-AC48-B273465FCFF6}" srcOrd="1" destOrd="0" presId="urn:microsoft.com/office/officeart/2005/8/layout/list1"/>
    <dgm:cxn modelId="{4228F225-2DBF-47D1-BB16-A5F00296DEFC}" type="presParOf" srcId="{7022BABB-032C-4F7F-B805-AB825993FADE}" destId="{D02C4CDD-F8A9-4082-A779-696980DD87B0}" srcOrd="1" destOrd="0" presId="urn:microsoft.com/office/officeart/2005/8/layout/list1"/>
    <dgm:cxn modelId="{05CD419A-B71A-4370-949C-748E10E85FB6}" type="presParOf" srcId="{7022BABB-032C-4F7F-B805-AB825993FADE}" destId="{A79FB34D-6B9E-4D98-85B1-627D922EA75D}" srcOrd="2" destOrd="0" presId="urn:microsoft.com/office/officeart/2005/8/layout/list1"/>
    <dgm:cxn modelId="{ACF1DFB3-B18F-4BC6-80A4-189BDBA30A3B}" type="presParOf" srcId="{7022BABB-032C-4F7F-B805-AB825993FADE}" destId="{6F4FE518-7C4A-44D0-8F56-0EA4B8FF55CF}" srcOrd="3" destOrd="0" presId="urn:microsoft.com/office/officeart/2005/8/layout/list1"/>
    <dgm:cxn modelId="{891E2857-F066-4FCF-BAB1-8DB811D0A073}" type="presParOf" srcId="{7022BABB-032C-4F7F-B805-AB825993FADE}" destId="{6AECD72A-9D25-42F8-A02E-7DD7E175C17F}" srcOrd="4" destOrd="0" presId="urn:microsoft.com/office/officeart/2005/8/layout/list1"/>
    <dgm:cxn modelId="{C98A3E0F-3AD7-49D8-9EC0-117E9720E9F8}" type="presParOf" srcId="{6AECD72A-9D25-42F8-A02E-7DD7E175C17F}" destId="{5643BE4C-0BCC-48F7-A4F0-A35120909E8D}" srcOrd="0" destOrd="0" presId="urn:microsoft.com/office/officeart/2005/8/layout/list1"/>
    <dgm:cxn modelId="{BE213AB6-6334-41E4-8F5B-A840FCD248B5}" type="presParOf" srcId="{6AECD72A-9D25-42F8-A02E-7DD7E175C17F}" destId="{11ADFBF4-0EE4-4B40-8BEF-218BBF7E17D4}" srcOrd="1" destOrd="0" presId="urn:microsoft.com/office/officeart/2005/8/layout/list1"/>
    <dgm:cxn modelId="{82F44B5F-3AEE-40E1-BDEA-F3DE7B313705}" type="presParOf" srcId="{7022BABB-032C-4F7F-B805-AB825993FADE}" destId="{5F77960B-EFA1-47AF-8B65-DA72BA054C77}" srcOrd="5" destOrd="0" presId="urn:microsoft.com/office/officeart/2005/8/layout/list1"/>
    <dgm:cxn modelId="{29B35B0D-811D-4353-BBAD-5EB02DE05AF2}" type="presParOf" srcId="{7022BABB-032C-4F7F-B805-AB825993FADE}" destId="{49E0FD69-5993-42EC-B2DE-4D0B5F03B20A}" srcOrd="6" destOrd="0" presId="urn:microsoft.com/office/officeart/2005/8/layout/list1"/>
    <dgm:cxn modelId="{C9BD0F9B-0256-4CCA-9CD6-40BBC1162326}" type="presParOf" srcId="{7022BABB-032C-4F7F-B805-AB825993FADE}" destId="{90802A39-6D68-4420-A9B6-D35D46D63D6A}" srcOrd="7" destOrd="0" presId="urn:microsoft.com/office/officeart/2005/8/layout/list1"/>
    <dgm:cxn modelId="{DC55695C-273B-44C1-961E-8DDBD640D3FD}" type="presParOf" srcId="{7022BABB-032C-4F7F-B805-AB825993FADE}" destId="{D2A49199-364B-4D8B-9C0B-E2F35CAFC745}" srcOrd="8" destOrd="0" presId="urn:microsoft.com/office/officeart/2005/8/layout/list1"/>
    <dgm:cxn modelId="{EB4EBC4F-5727-4DD4-BA3B-7427448F7556}" type="presParOf" srcId="{D2A49199-364B-4D8B-9C0B-E2F35CAFC745}" destId="{D913E01C-E3CA-43C7-8DD0-594D784CBDF5}" srcOrd="0" destOrd="0" presId="urn:microsoft.com/office/officeart/2005/8/layout/list1"/>
    <dgm:cxn modelId="{A3FFD4E9-A146-44C6-9D09-C6594F238B2D}" type="presParOf" srcId="{D2A49199-364B-4D8B-9C0B-E2F35CAFC745}" destId="{A1405521-D66F-4C3B-B422-770415EB621B}" srcOrd="1" destOrd="0" presId="urn:microsoft.com/office/officeart/2005/8/layout/list1"/>
    <dgm:cxn modelId="{8DE89ADA-9F39-46A2-88A4-0424F65FE144}" type="presParOf" srcId="{7022BABB-032C-4F7F-B805-AB825993FADE}" destId="{556F4C13-99F7-410C-BCFA-E3DDEDD9941C}" srcOrd="9" destOrd="0" presId="urn:microsoft.com/office/officeart/2005/8/layout/list1"/>
    <dgm:cxn modelId="{7BE35383-3534-4537-92E8-919EDF84BFE6}" type="presParOf" srcId="{7022BABB-032C-4F7F-B805-AB825993FADE}" destId="{68FDE218-E078-4F24-A058-5BC3873DB9E6}" srcOrd="10" destOrd="0" presId="urn:microsoft.com/office/officeart/2005/8/layout/list1"/>
    <dgm:cxn modelId="{6B8E76E8-FA55-40F7-977D-D0D93E4A6792}" type="presParOf" srcId="{7022BABB-032C-4F7F-B805-AB825993FADE}" destId="{F1570E5B-9EE7-4613-AFA6-409AB0B3C41C}" srcOrd="11" destOrd="0" presId="urn:microsoft.com/office/officeart/2005/8/layout/list1"/>
    <dgm:cxn modelId="{20AF8EA6-A4DE-4368-802B-0444EB678C5B}" type="presParOf" srcId="{7022BABB-032C-4F7F-B805-AB825993FADE}" destId="{56133D2C-DFC4-46EB-A3E2-E72087E3EF40}" srcOrd="12" destOrd="0" presId="urn:microsoft.com/office/officeart/2005/8/layout/list1"/>
    <dgm:cxn modelId="{9F3F7CF2-E68E-42BE-B995-5297222BE414}" type="presParOf" srcId="{56133D2C-DFC4-46EB-A3E2-E72087E3EF40}" destId="{93C5410A-5739-4535-81EE-D3EDE61E95F1}" srcOrd="0" destOrd="0" presId="urn:microsoft.com/office/officeart/2005/8/layout/list1"/>
    <dgm:cxn modelId="{278D64C6-4218-46B6-9B3F-9CC31094B664}" type="presParOf" srcId="{56133D2C-DFC4-46EB-A3E2-E72087E3EF40}" destId="{A3126A1B-2160-427B-91CE-B08117F3F7FB}" srcOrd="1" destOrd="0" presId="urn:microsoft.com/office/officeart/2005/8/layout/list1"/>
    <dgm:cxn modelId="{E0772E93-60EC-4E9A-BCC4-66A897AD03DF}" type="presParOf" srcId="{7022BABB-032C-4F7F-B805-AB825993FADE}" destId="{FCC7CE79-082C-4CED-A7BB-5E0919CC87E6}" srcOrd="13" destOrd="0" presId="urn:microsoft.com/office/officeart/2005/8/layout/list1"/>
    <dgm:cxn modelId="{DE97690A-8F4B-4BF0-9542-50B1C0025DB9}" type="presParOf" srcId="{7022BABB-032C-4F7F-B805-AB825993FADE}" destId="{D069A394-08AF-404E-B8A7-75582B46E4F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52690-C5C3-43E9-9849-F9A3EF27ECF5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01EDD-69A4-4576-930C-A87BEA5D08FD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Overview</a:t>
          </a:r>
        </a:p>
      </dsp:txBody>
      <dsp:txXfrm>
        <a:off x="729373" y="1314747"/>
        <a:ext cx="1488867" cy="595546"/>
      </dsp:txXfrm>
    </dsp:sp>
    <dsp:sp modelId="{F9D5CAE0-A36E-4FC0-A2A2-EA9D29D4484E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06A96-F9C3-458C-873E-0093DDF28653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Call Drivers</a:t>
          </a:r>
        </a:p>
      </dsp:txBody>
      <dsp:txXfrm>
        <a:off x="2478792" y="1314747"/>
        <a:ext cx="1488867" cy="595546"/>
      </dsp:txXfrm>
    </dsp:sp>
    <dsp:sp modelId="{F07F016C-94B7-45B3-AEAA-D81B21CD5E1A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A2B12-4FF7-4EED-882F-37DED8EEAB4D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Resolution Insights</a:t>
          </a:r>
        </a:p>
      </dsp:txBody>
      <dsp:txXfrm>
        <a:off x="4228211" y="1314747"/>
        <a:ext cx="1488867" cy="595546"/>
      </dsp:txXfrm>
    </dsp:sp>
    <dsp:sp modelId="{66D4B43F-B9C2-4DA2-8DCF-4CDA06F27559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05BA3-6316-4A33-85EC-86A6DFEB224C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Agent Performance</a:t>
          </a:r>
        </a:p>
      </dsp:txBody>
      <dsp:txXfrm>
        <a:off x="5977630" y="1314747"/>
        <a:ext cx="1488867" cy="595546"/>
      </dsp:txXfrm>
    </dsp:sp>
    <dsp:sp modelId="{9B39EE11-34DC-4E21-8FA6-B0C568183D1A}">
      <dsp:nvSpPr>
        <dsp:cNvPr id="0" name=""/>
        <dsp:cNvSpPr/>
      </dsp:nvSpPr>
      <dsp:spPr>
        <a:xfrm>
          <a:off x="2013521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B14AF-6A8E-474A-9C86-C96E1581A06C}">
      <dsp:nvSpPr>
        <dsp:cNvPr id="0" name=""/>
        <dsp:cNvSpPr/>
      </dsp:nvSpPr>
      <dsp:spPr>
        <a:xfrm>
          <a:off x="1604082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Customer Satisfaction</a:t>
          </a:r>
        </a:p>
      </dsp:txBody>
      <dsp:txXfrm>
        <a:off x="1604082" y="3204069"/>
        <a:ext cx="1488867" cy="595546"/>
      </dsp:txXfrm>
    </dsp:sp>
    <dsp:sp modelId="{F566C3BA-2E80-486D-AE2F-D80103AE115E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051BB-AB6A-407F-A387-3F4D29745DCD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Key Findings</a:t>
          </a:r>
        </a:p>
      </dsp:txBody>
      <dsp:txXfrm>
        <a:off x="3353501" y="3204069"/>
        <a:ext cx="1488867" cy="595546"/>
      </dsp:txXfrm>
    </dsp:sp>
    <dsp:sp modelId="{C3F684CD-2CCD-4351-9620-6277BAC5FA04}">
      <dsp:nvSpPr>
        <dsp:cNvPr id="0" name=""/>
        <dsp:cNvSpPr/>
      </dsp:nvSpPr>
      <dsp:spPr>
        <a:xfrm>
          <a:off x="5512359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2CFFA-E9F5-4585-9A51-596B288763EF}">
      <dsp:nvSpPr>
        <dsp:cNvPr id="0" name=""/>
        <dsp:cNvSpPr/>
      </dsp:nvSpPr>
      <dsp:spPr>
        <a:xfrm>
          <a:off x="5102920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Recommendations</a:t>
          </a:r>
        </a:p>
      </dsp:txBody>
      <dsp:txXfrm>
        <a:off x="5102920" y="3204069"/>
        <a:ext cx="1488867" cy="5955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71070-9F79-4A3F-8D7F-5EBFB3A297CE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2C4AA-14C9-4D93-86C8-7253BD32A35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Billing issues and service questions dominate calls</a:t>
          </a:r>
        </a:p>
      </dsp:txBody>
      <dsp:txXfrm>
        <a:off x="78583" y="2435142"/>
        <a:ext cx="2399612" cy="720000"/>
      </dsp:txXfrm>
    </dsp:sp>
    <dsp:sp modelId="{A424F748-1B74-4D79-ABFF-A8C5DBC16681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98F2B-745B-4D37-A449-D3F57FA6C01F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Payment and plan changes are frequent</a:t>
          </a:r>
        </a:p>
      </dsp:txBody>
      <dsp:txXfrm>
        <a:off x="2898129" y="2435142"/>
        <a:ext cx="2399612" cy="720000"/>
      </dsp:txXfrm>
    </dsp:sp>
    <dsp:sp modelId="{C403698F-28AB-40BB-AFA7-5E60F7E67863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A7875-102C-459D-A9C1-EAE25A21BF13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Cancellation requests indicate churn risk</a:t>
          </a:r>
        </a:p>
      </dsp:txBody>
      <dsp:txXfrm>
        <a:off x="5717674" y="2435142"/>
        <a:ext cx="239961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055C2-0608-44BE-A642-985A341311F7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E47D7-59A8-4AA8-A2D9-681C8A8A2491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Most common: Explain Bill, Process Payment</a:t>
          </a:r>
        </a:p>
      </dsp:txBody>
      <dsp:txXfrm>
        <a:off x="78583" y="2435142"/>
        <a:ext cx="2399612" cy="720000"/>
      </dsp:txXfrm>
    </dsp:sp>
    <dsp:sp modelId="{CB62E745-F7EE-4321-9DF5-77F293FAD656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0B9B7-C977-4D90-9B43-0565BBE7BD8C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Transfers indicate inefficiencies</a:t>
          </a:r>
        </a:p>
      </dsp:txBody>
      <dsp:txXfrm>
        <a:off x="2898129" y="2435142"/>
        <a:ext cx="2399612" cy="720000"/>
      </dsp:txXfrm>
    </dsp:sp>
    <dsp:sp modelId="{A0B2F9D2-C7CF-41BC-A007-D015EDC60A0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39C9C-7D92-4615-8B4D-4CE886EE61FE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Disconnects highlight service issues</a:t>
          </a:r>
        </a:p>
      </dsp:txBody>
      <dsp:txXfrm>
        <a:off x="5717674" y="2435142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03A734-FBD2-4F09-897F-8C32D4C49850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5D2A3-E6BB-4BEF-9F13-52B786B31E38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Tier 2 handles complex issues</a:t>
          </a:r>
        </a:p>
      </dsp:txBody>
      <dsp:txXfrm>
        <a:off x="283960" y="1066136"/>
        <a:ext cx="2107770" cy="1308711"/>
      </dsp:txXfrm>
    </dsp:sp>
    <dsp:sp modelId="{93A16410-0AFD-4412-85C9-D9807F07369D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11193-9A7C-4390-BFE2-92ADF90AB28F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Tier 1 manages high volume</a:t>
          </a:r>
        </a:p>
      </dsp:txBody>
      <dsp:txXfrm>
        <a:off x="2959652" y="1066136"/>
        <a:ext cx="2107770" cy="1308711"/>
      </dsp:txXfrm>
    </dsp:sp>
    <dsp:sp modelId="{D66AB188-5263-4740-A8B2-80FDB85D1BC5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6BD21-8B74-4948-8E52-DF78F1C4BBDC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Performance varies by experience</a:t>
          </a:r>
        </a:p>
      </dsp:txBody>
      <dsp:txXfrm>
        <a:off x="5635343" y="1066136"/>
        <a:ext cx="2107770" cy="13087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2A07F-A2A5-45C5-BE94-0DEFC66D853D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92032-BD18-4E66-BAAD-9F0734EE99AF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Experienced agents (120+ days) show higher resolution rates</a:t>
          </a:r>
        </a:p>
      </dsp:txBody>
      <dsp:txXfrm>
        <a:off x="85060" y="2776702"/>
        <a:ext cx="3690000" cy="720000"/>
      </dsp:txXfrm>
    </dsp:sp>
    <dsp:sp modelId="{2B47054E-E0C2-4E4F-B517-6EE70EC29EA9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00112-45FD-4036-870F-2585E048B24E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New agents need training support</a:t>
          </a:r>
        </a:p>
      </dsp:txBody>
      <dsp:txXfrm>
        <a:off x="4420810" y="2776702"/>
        <a:ext cx="369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B332B-EF48-4B7F-93A3-DB709E1EE684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9010E-30C8-4874-8796-5CD4D8C96DE8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Average ratings range from 2.5–5</a:t>
          </a:r>
        </a:p>
      </dsp:txBody>
      <dsp:txXfrm>
        <a:off x="85060" y="2776702"/>
        <a:ext cx="3690000" cy="720000"/>
      </dsp:txXfrm>
    </dsp:sp>
    <dsp:sp modelId="{B5778301-FE59-4FB7-A2EB-4DCFF18D3053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778AC-285A-4CB9-B69A-7F8F9EB4C79C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Key drivers: issue resolution and agent quality</a:t>
          </a:r>
        </a:p>
      </dsp:txBody>
      <dsp:txXfrm>
        <a:off x="4420810" y="2776702"/>
        <a:ext cx="369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D6E9B-BEA5-47EF-98A0-DC5227285F7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0BE45-563A-40B7-AA06-1DD0AE07E6F7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Resolve Issue has highest impact</a:t>
          </a:r>
        </a:p>
      </dsp:txBody>
      <dsp:txXfrm>
        <a:off x="456496" y="980400"/>
        <a:ext cx="3381034" cy="2099279"/>
      </dsp:txXfrm>
    </dsp:sp>
    <dsp:sp modelId="{F0F6E5D3-73C7-4721-8A2F-F1E7D4AD15E6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80E47-3E68-4F42-8A21-F5595D126F9A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Courtesy and knowledge strongly influence perception</a:t>
          </a:r>
        </a:p>
      </dsp:txBody>
      <dsp:txXfrm>
        <a:off x="4748523" y="980400"/>
        <a:ext cx="3381034" cy="20992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FB34D-6B9E-4D98-85B1-627D922EA75D}">
      <dsp:nvSpPr>
        <dsp:cNvPr id="0" name=""/>
        <dsp:cNvSpPr/>
      </dsp:nvSpPr>
      <dsp:spPr>
        <a:xfrm>
          <a:off x="0" y="1261759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6573E-EEB0-410F-AC48-B273465FCFF6}">
      <dsp:nvSpPr>
        <dsp:cNvPr id="0" name=""/>
        <dsp:cNvSpPr/>
      </dsp:nvSpPr>
      <dsp:spPr>
        <a:xfrm>
          <a:off x="250006" y="966559"/>
          <a:ext cx="3500086" cy="590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Improve first-call resolution</a:t>
          </a:r>
        </a:p>
      </dsp:txBody>
      <dsp:txXfrm>
        <a:off x="278827" y="995380"/>
        <a:ext cx="3442444" cy="532758"/>
      </dsp:txXfrm>
    </dsp:sp>
    <dsp:sp modelId="{49E0FD69-5993-42EC-B2DE-4D0B5F03B20A}">
      <dsp:nvSpPr>
        <dsp:cNvPr id="0" name=""/>
        <dsp:cNvSpPr/>
      </dsp:nvSpPr>
      <dsp:spPr>
        <a:xfrm>
          <a:off x="0" y="21689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DFBF4-0EE4-4B40-8BEF-218BBF7E17D4}">
      <dsp:nvSpPr>
        <dsp:cNvPr id="0" name=""/>
        <dsp:cNvSpPr/>
      </dsp:nvSpPr>
      <dsp:spPr>
        <a:xfrm>
          <a:off x="250006" y="1873759"/>
          <a:ext cx="3500086" cy="59040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Train new agents</a:t>
          </a:r>
        </a:p>
      </dsp:txBody>
      <dsp:txXfrm>
        <a:off x="278827" y="1902580"/>
        <a:ext cx="3442444" cy="532758"/>
      </dsp:txXfrm>
    </dsp:sp>
    <dsp:sp modelId="{68FDE218-E078-4F24-A058-5BC3873DB9E6}">
      <dsp:nvSpPr>
        <dsp:cNvPr id="0" name=""/>
        <dsp:cNvSpPr/>
      </dsp:nvSpPr>
      <dsp:spPr>
        <a:xfrm>
          <a:off x="0" y="30761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05521-D66F-4C3B-B422-770415EB621B}">
      <dsp:nvSpPr>
        <dsp:cNvPr id="0" name=""/>
        <dsp:cNvSpPr/>
      </dsp:nvSpPr>
      <dsp:spPr>
        <a:xfrm>
          <a:off x="250006" y="2780960"/>
          <a:ext cx="3500086" cy="59040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Reduce transfers</a:t>
          </a:r>
        </a:p>
      </dsp:txBody>
      <dsp:txXfrm>
        <a:off x="278827" y="2809781"/>
        <a:ext cx="3442444" cy="532758"/>
      </dsp:txXfrm>
    </dsp:sp>
    <dsp:sp modelId="{D069A394-08AF-404E-B8A7-75582B46E4FB}">
      <dsp:nvSpPr>
        <dsp:cNvPr id="0" name=""/>
        <dsp:cNvSpPr/>
      </dsp:nvSpPr>
      <dsp:spPr>
        <a:xfrm>
          <a:off x="0" y="3983360"/>
          <a:ext cx="500012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26A1B-2160-427B-91CE-B08117F3F7FB}">
      <dsp:nvSpPr>
        <dsp:cNvPr id="0" name=""/>
        <dsp:cNvSpPr/>
      </dsp:nvSpPr>
      <dsp:spPr>
        <a:xfrm>
          <a:off x="250006" y="3688160"/>
          <a:ext cx="3500086" cy="59040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Enhance billing clarity</a:t>
          </a:r>
        </a:p>
      </dsp:txBody>
      <dsp:txXfrm>
        <a:off x="278827" y="3716981"/>
        <a:ext cx="3442444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1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3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3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0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3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6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1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7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6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5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Telecom Customer Experience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Insights from customer interactions, agent performance, and satisfaction metrics.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A18D08-9104-5BBD-A934-FBDEE310F1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04493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Call Volume &amp; Reasons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209D2F-D2CB-8F21-CA11-3B32DB9D2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8658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Call Resolution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76BB4D-6A7A-7986-64CB-EC0A068372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345665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Agent Performance Overview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8135B2-1614-C8AC-F215-5382E07A6D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20746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Agent Tenure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03A061-F0CA-06D0-3AA1-0F9795FC40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3279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Customer Satisfaction (CSAT)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DA41B7-F4EC-6A84-8C75-512222C12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747755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Key Drivers of Satisfaction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EDD13C-22D4-2A6A-48BB-5AB3467BF3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82504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up of a key and a keyhole">
            <a:extLst>
              <a:ext uri="{FF2B5EF4-FFF2-40B4-BE49-F238E27FC236}">
                <a16:creationId xmlns:a16="http://schemas.microsoft.com/office/drawing/2014/main" id="{4EE695C6-71EB-3D52-DD32-7C2D34024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0" r="6295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sz="350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GB" sz="1700"/>
              <a:t>• Billing issues drive dissatisfaction</a:t>
            </a:r>
          </a:p>
          <a:p>
            <a:r>
              <a:rPr lang="en-GB" sz="1700"/>
              <a:t>• Transfers reduce CSAT</a:t>
            </a:r>
          </a:p>
          <a:p>
            <a:r>
              <a:rPr lang="en-GB" sz="1700"/>
              <a:t>• Faster resolution improves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220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66ADB1-AF73-3D57-EFC5-C2A20D2F6A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44668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192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Telecom Customer Experience Dashboard</vt:lpstr>
      <vt:lpstr>Agenda</vt:lpstr>
      <vt:lpstr>Call Volume &amp; Reasons</vt:lpstr>
      <vt:lpstr>Call Resolution Insights</vt:lpstr>
      <vt:lpstr>Agent Performance Overview</vt:lpstr>
      <vt:lpstr>Agent Tenure Impact</vt:lpstr>
      <vt:lpstr>Customer Satisfaction (CSAT)</vt:lpstr>
      <vt:lpstr>Key Drivers of Satisfaction</vt:lpstr>
      <vt:lpstr>Key Insights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Joshi, Rohit (Student)</cp:lastModifiedBy>
  <cp:revision>2</cp:revision>
  <dcterms:created xsi:type="dcterms:W3CDTF">2013-01-27T09:14:16Z</dcterms:created>
  <dcterms:modified xsi:type="dcterms:W3CDTF">2026-03-20T03:22:57Z</dcterms:modified>
  <cp:category/>
</cp:coreProperties>
</file>